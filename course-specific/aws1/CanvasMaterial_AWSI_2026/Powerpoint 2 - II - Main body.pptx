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presentation.xml" ContentType="application/vnd.openxmlformats-officedocument.presentationml.presentation.main+xml"/>
  <Override PartName="/ppt/slides/slide15.xml" ContentType="application/vnd.openxmlformats-officedocument.presentationml.slide+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notesSlides/notesSlide1.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xml" ContentType="application/vnd.openxmlformats-officedocument.presentationml.notesSlide+xml"/>
  <Override PartName="/ppt/notesSlides/notesSlide14.xml" ContentType="application/vnd.openxmlformats-officedocument.presentationml.notesSlide+xml"/>
  <Override PartName="/ppt/notesSlides/notesSlide13.xml" ContentType="application/vnd.openxmlformats-officedocument.presentationml.notesSlide+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theme/theme1.xml" ContentType="application/vnd.openxmlformats-officedocument.theme+xml"/>
  <Override PartName="/ppt/notesMasters/notesMaster1.xml" ContentType="application/vnd.openxmlformats-officedocument.presentationml.notesMaster+xml"/>
  <Override PartName="/ppt/theme/theme2.xml" ContentType="application/vnd.openxmlformats-officedocument.theme+xml"/>
  <Override PartName="/ppt/viewProps.xml" ContentType="application/vnd.openxmlformats-officedocument.presentationml.viewProps+xml"/>
  <Override PartName="/ppt/presProps.xml" ContentType="application/vnd.openxmlformats-officedocument.presentationml.presProps+xml"/>
  <Override PartName="/ppt/tableStyles.xml" ContentType="application/vnd.openxmlformats-officedocument.presentationml.tableStyles+xml"/>
  <Override PartName="/docProps/core.xml" ContentType="application/vnd.openxmlformats-package.core-properties+xml"/>
  <Override PartName="/docProps/app.xml" ContentType="application/vnd.openxmlformats-officedocument.extended-properties+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17"/>
  </p:notesMasterIdLst>
  <p:sldIdLst>
    <p:sldId id="257" r:id="rId2"/>
    <p:sldId id="343" r:id="rId3"/>
    <p:sldId id="344" r:id="rId4"/>
    <p:sldId id="395" r:id="rId5"/>
    <p:sldId id="345" r:id="rId6"/>
    <p:sldId id="381" r:id="rId7"/>
    <p:sldId id="347" r:id="rId8"/>
    <p:sldId id="348" r:id="rId9"/>
    <p:sldId id="349" r:id="rId10"/>
    <p:sldId id="391" r:id="rId11"/>
    <p:sldId id="350" r:id="rId12"/>
    <p:sldId id="351" r:id="rId13"/>
    <p:sldId id="352" r:id="rId14"/>
    <p:sldId id="390" r:id="rId15"/>
    <p:sldId id="396" r:id="rId16"/>
  </p:sldIdLst>
  <p:sldSz cx="12192000" cy="6858000"/>
  <p:notesSz cx="6858000" cy="9144000"/>
  <p:defaultTextStyle>
    <a:defPPr>
      <a:defRPr lang="nl-N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64697" autoAdjust="0"/>
  </p:normalViewPr>
  <p:slideViewPr>
    <p:cSldViewPr snapToGrid="0">
      <p:cViewPr varScale="1">
        <p:scale>
          <a:sx n="34" d="100"/>
          <a:sy n="34" d="100"/>
        </p:scale>
        <p:origin x="1437" y="1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customXml" Target="../customXml/item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customXml" Target="../customXml/item2.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customXml" Target="../customXml/item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2F823A-9EF4-47D1-8D4C-D2C197C69FC0}" type="datetimeFigureOut">
              <a:rPr lang="en-GB" smtClean="0"/>
              <a:t>22/05/2022</a:t>
            </a:fld>
            <a:endParaRPr lang="en-G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4E618BB-C81D-427F-8827-197CC28A4EAA}" type="slidenum">
              <a:rPr lang="en-GB" smtClean="0"/>
              <a:t>‹#›</a:t>
            </a:fld>
            <a:endParaRPr lang="en-GB"/>
          </a:p>
        </p:txBody>
      </p:sp>
    </p:spTree>
    <p:extLst>
      <p:ext uri="{BB962C8B-B14F-4D97-AF65-F5344CB8AC3E}">
        <p14:creationId xmlns:p14="http://schemas.microsoft.com/office/powerpoint/2010/main" val="142465034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57188" y="1241425"/>
            <a:ext cx="5954712" cy="3349625"/>
          </a:xfrm>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482BB00A-71ED-40C6-A1CF-164C43AE5CE4}" type="slidenum">
              <a:rPr kumimoji="0" lang="en-GB"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a:t>
            </a:fld>
            <a:endParaRPr kumimoji="0" lang="en-GB"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201039520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dirty="0"/>
              <a:t>The main body of your report is its nucleus; it discusses the information that contributes to answering the central question.</a:t>
            </a:r>
            <a:endParaRPr lang="en-GB" dirty="0"/>
          </a:p>
          <a:p>
            <a:endParaRPr lang="en-GB" dirty="0"/>
          </a:p>
        </p:txBody>
      </p:sp>
      <p:sp>
        <p:nvSpPr>
          <p:cNvPr id="4" name="Tijdelijke aanduiding voor dianummer 3"/>
          <p:cNvSpPr>
            <a:spLocks noGrp="1"/>
          </p:cNvSpPr>
          <p:nvPr>
            <p:ph type="sldNum" sz="quarter" idx="10"/>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333F40C8-7D68-4912-9D24-2694F7F19C98}" type="slidenum">
              <a:rPr kumimoji="0" lang="nl-NL"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2</a:t>
            </a:fld>
            <a:endParaRPr kumimoji="0" lang="en-GB" sz="1200" b="0" i="0" u="none" strike="noStrike" kern="1200" cap="none" spc="0" normalizeH="0" baseline="0" noProof="0" dirty="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294487459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endParaRPr lang="en-GB" dirty="0"/>
          </a:p>
        </p:txBody>
      </p:sp>
      <p:sp>
        <p:nvSpPr>
          <p:cNvPr id="4" name="Tijdelijke aanduiding voor dianummer 3"/>
          <p:cNvSpPr>
            <a:spLocks noGrp="1"/>
          </p:cNvSpPr>
          <p:nvPr>
            <p:ph type="sldNum" sz="quarter" idx="10"/>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333F40C8-7D68-4912-9D24-2694F7F19C98}" type="slidenum">
              <a:rPr kumimoji="0" lang="nl-NL"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3</a:t>
            </a:fld>
            <a:endParaRPr kumimoji="0" lang="en-GB" sz="1200" b="0" i="0" u="none" strike="noStrike" kern="1200" cap="none" spc="0" normalizeH="0" baseline="0" noProof="0" dirty="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142105081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r>
              <a:rPr lang="en-US" sz="1200" kern="1200" noProof="0" dirty="0">
                <a:solidFill>
                  <a:schemeClr val="tx1"/>
                </a:solidFill>
                <a:latin typeface="+mn-lt"/>
              </a:rPr>
              <a:t>The best way to discuss the headings in your main body is by applying an hour-glass shape: Introduce each subtopic by describing what you'll be discussing and why it is relevant to the central question (explicitly or implicitly) . Then proceed to working out your sources. When discussing a scientific article, you can always use the following questions to help you along: why is this study being discussed? which theory or hypothesis was studied? How was the study conducted? What results were generated? How were its results interpreted? Limitations</a:t>
            </a:r>
            <a:r>
              <a:rPr lang="en-US" sz="1200" kern="1200" baseline="0" noProof="0" dirty="0">
                <a:solidFill>
                  <a:schemeClr val="tx1"/>
                </a:solidFill>
                <a:latin typeface="+mn-lt"/>
              </a:rPr>
              <a:t> of the study?</a:t>
            </a:r>
            <a:r>
              <a:rPr lang="en-US" sz="1200" kern="1200" baseline="0" noProof="0" dirty="0">
                <a:solidFill>
                  <a:schemeClr val="tx1"/>
                </a:solidFill>
                <a:latin typeface="+mn-lt"/>
                <a:ea typeface="+mn-ea"/>
                <a:cs typeface="+mn-cs"/>
              </a:rPr>
              <a:t> </a:t>
            </a:r>
            <a:r>
              <a:rPr lang="en-US" sz="1200" kern="1200" noProof="0" dirty="0">
                <a:solidFill>
                  <a:schemeClr val="tx1"/>
                </a:solidFill>
                <a:latin typeface="+mn-lt"/>
              </a:rPr>
              <a:t>Conclude your section by drawing a conclusion; you could also add into what extent new questions are raised or how well the conclusion provides a satisfactory answer to the central question. Such a miniature discussion could act as a transition into the next section.</a:t>
            </a:r>
            <a:endParaRPr lang="en-US" sz="1200" kern="1200" noProof="0" dirty="0">
              <a:solidFill>
                <a:schemeClr val="tx1"/>
              </a:solidFill>
              <a:latin typeface="+mn-lt"/>
              <a:ea typeface="+mn-ea"/>
              <a:cs typeface="+mn-cs"/>
            </a:endParaRPr>
          </a:p>
          <a:p>
            <a:endParaRPr lang="en-GB" dirty="0"/>
          </a:p>
        </p:txBody>
      </p:sp>
      <p:sp>
        <p:nvSpPr>
          <p:cNvPr id="4" name="Tijdelijke aanduiding voor dianummer 3"/>
          <p:cNvSpPr>
            <a:spLocks noGrp="1"/>
          </p:cNvSpPr>
          <p:nvPr>
            <p:ph type="sldNum" sz="quarter" idx="10"/>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333F40C8-7D68-4912-9D24-2694F7F19C98}" type="slidenum">
              <a:rPr kumimoji="0" lang="nl-NL"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4</a:t>
            </a:fld>
            <a:endParaRPr kumimoji="0" lang="en-GB" sz="1200" b="0" i="0" u="none" strike="noStrike" kern="1200" cap="none" spc="0" normalizeH="0" baseline="0" noProof="0" dirty="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396355473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dirty="0"/>
              <a:t>In the main body, you want to take care to limit yourself to the relevant information, i.e. only include information that contributes to answering the central question (scientific information). </a:t>
            </a:r>
            <a:r>
              <a:rPr lang="en-GB" dirty="0"/>
              <a:t>It is important that the information is described clearly and correctly. In addition, the information must be integrated in a</a:t>
            </a:r>
            <a:r>
              <a:rPr lang="en-GB" baseline="0" dirty="0"/>
              <a:t> nuanced way</a:t>
            </a:r>
            <a:r>
              <a:rPr lang="en-GB" dirty="0"/>
              <a:t>. This means that the findings need to be set against each other by evaluating</a:t>
            </a:r>
            <a:r>
              <a:rPr lang="en-GB" baseline="0" dirty="0"/>
              <a:t> their </a:t>
            </a:r>
            <a:r>
              <a:rPr lang="en-GB" dirty="0"/>
              <a:t>quality. For example, if research</a:t>
            </a:r>
            <a:r>
              <a:rPr lang="en-GB" baseline="0" dirty="0"/>
              <a:t> findings are </a:t>
            </a:r>
            <a:r>
              <a:rPr lang="en-GB" dirty="0"/>
              <a:t>contradictory, it is important to consider possible explanations for this</a:t>
            </a:r>
            <a:r>
              <a:rPr lang="en-US" noProof="0" dirty="0"/>
              <a:t>.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noProof="0" dirty="0"/>
              <a:t>Finally, you should discuss the information in a logical order. </a:t>
            </a:r>
            <a:r>
              <a:rPr lang="nl-NL" altLang="nl-NL" dirty="0" err="1"/>
              <a:t>You</a:t>
            </a:r>
            <a:r>
              <a:rPr lang="nl-NL" altLang="nl-NL" dirty="0"/>
              <a:t> </a:t>
            </a:r>
            <a:r>
              <a:rPr lang="nl-NL" altLang="nl-NL" dirty="0" err="1"/>
              <a:t>can</a:t>
            </a:r>
            <a:r>
              <a:rPr lang="nl-NL" altLang="nl-NL" dirty="0"/>
              <a:t> check </a:t>
            </a:r>
            <a:r>
              <a:rPr lang="nl-NL" altLang="nl-NL" dirty="0" err="1"/>
              <a:t>this</a:t>
            </a:r>
            <a:r>
              <a:rPr lang="nl-NL" altLang="nl-NL" dirty="0"/>
              <a:t> </a:t>
            </a:r>
            <a:r>
              <a:rPr lang="nl-NL" altLang="nl-NL" dirty="0" err="1"/>
              <a:t>by</a:t>
            </a:r>
            <a:r>
              <a:rPr lang="nl-NL" altLang="nl-NL" dirty="0"/>
              <a:t> </a:t>
            </a:r>
            <a:r>
              <a:rPr lang="nl-NL" altLang="nl-NL" dirty="0" err="1"/>
              <a:t>pretending</a:t>
            </a:r>
            <a:r>
              <a:rPr lang="nl-NL" altLang="nl-NL" dirty="0"/>
              <a:t> </a:t>
            </a:r>
            <a:r>
              <a:rPr lang="nl-NL" altLang="nl-NL" dirty="0" err="1"/>
              <a:t>you</a:t>
            </a:r>
            <a:r>
              <a:rPr lang="nl-NL" altLang="nl-NL" dirty="0"/>
              <a:t> are </a:t>
            </a:r>
            <a:r>
              <a:rPr lang="nl-NL" altLang="nl-NL" dirty="0" err="1"/>
              <a:t>the</a:t>
            </a:r>
            <a:r>
              <a:rPr lang="nl-NL" altLang="nl-NL" dirty="0"/>
              <a:t> reader </a:t>
            </a:r>
            <a:r>
              <a:rPr lang="nl-NL" altLang="nl-NL" dirty="0" err="1"/>
              <a:t>and</a:t>
            </a:r>
            <a:r>
              <a:rPr lang="nl-NL" altLang="nl-NL" dirty="0"/>
              <a:t> </a:t>
            </a:r>
            <a:r>
              <a:rPr lang="nl-NL" altLang="nl-NL" dirty="0" err="1"/>
              <a:t>wondering</a:t>
            </a:r>
            <a:r>
              <a:rPr lang="nl-NL" altLang="nl-NL" dirty="0"/>
              <a:t> </a:t>
            </a:r>
            <a:r>
              <a:rPr lang="nl-NL" altLang="nl-NL" dirty="0" err="1"/>
              <a:t>if</a:t>
            </a:r>
            <a:r>
              <a:rPr lang="nl-NL" altLang="nl-NL" dirty="0"/>
              <a:t> </a:t>
            </a:r>
            <a:r>
              <a:rPr lang="nl-NL" altLang="nl-NL" dirty="0" err="1"/>
              <a:t>you</a:t>
            </a:r>
            <a:r>
              <a:rPr lang="nl-NL" altLang="nl-NL" dirty="0"/>
              <a:t> are </a:t>
            </a:r>
            <a:r>
              <a:rPr lang="nl-NL" altLang="nl-NL" dirty="0" err="1"/>
              <a:t>able</a:t>
            </a:r>
            <a:r>
              <a:rPr lang="nl-NL" altLang="nl-NL" dirty="0"/>
              <a:t> </a:t>
            </a:r>
            <a:r>
              <a:rPr lang="nl-NL" altLang="nl-NL" dirty="0" err="1"/>
              <a:t>to</a:t>
            </a:r>
            <a:r>
              <a:rPr lang="nl-NL" altLang="nl-NL" dirty="0"/>
              <a:t> follow </a:t>
            </a:r>
            <a:r>
              <a:rPr lang="nl-NL" altLang="nl-NL" dirty="0" err="1"/>
              <a:t>the</a:t>
            </a:r>
            <a:r>
              <a:rPr lang="nl-NL" altLang="nl-NL" dirty="0"/>
              <a:t> </a:t>
            </a:r>
            <a:r>
              <a:rPr lang="nl-NL" altLang="nl-NL" dirty="0" err="1"/>
              <a:t>discussion</a:t>
            </a:r>
            <a:r>
              <a:rPr lang="nl-NL" altLang="nl-NL" dirty="0"/>
              <a:t>. Do </a:t>
            </a:r>
            <a:r>
              <a:rPr lang="nl-NL" altLang="nl-NL" dirty="0" err="1"/>
              <a:t>you</a:t>
            </a:r>
            <a:r>
              <a:rPr lang="nl-NL" altLang="nl-NL" dirty="0"/>
              <a:t> </a:t>
            </a:r>
            <a:r>
              <a:rPr lang="nl-NL" altLang="nl-NL" dirty="0" err="1"/>
              <a:t>need</a:t>
            </a:r>
            <a:r>
              <a:rPr lang="nl-NL" altLang="nl-NL" dirty="0"/>
              <a:t> </a:t>
            </a:r>
            <a:r>
              <a:rPr lang="nl-NL" altLang="nl-NL" dirty="0" err="1"/>
              <a:t>to</a:t>
            </a:r>
            <a:r>
              <a:rPr lang="nl-NL" altLang="nl-NL" dirty="0"/>
              <a:t> </a:t>
            </a:r>
            <a:r>
              <a:rPr lang="nl-NL" altLang="nl-NL" dirty="0" err="1"/>
              <a:t>clarify</a:t>
            </a:r>
            <a:r>
              <a:rPr lang="nl-NL" altLang="nl-NL" dirty="0"/>
              <a:t> </a:t>
            </a:r>
            <a:r>
              <a:rPr lang="nl-NL" altLang="nl-NL" dirty="0" err="1"/>
              <a:t>certain</a:t>
            </a:r>
            <a:r>
              <a:rPr lang="nl-NL" altLang="nl-NL" dirty="0"/>
              <a:t> </a:t>
            </a:r>
            <a:r>
              <a:rPr lang="nl-NL" altLang="nl-NL" dirty="0" err="1"/>
              <a:t>elements</a:t>
            </a:r>
            <a:r>
              <a:rPr lang="nl-NL" altLang="nl-NL" dirty="0"/>
              <a:t>? - </a:t>
            </a:r>
            <a:r>
              <a:rPr lang="nl-NL" altLang="nl-NL" dirty="0" err="1"/>
              <a:t>Then</a:t>
            </a:r>
            <a:r>
              <a:rPr lang="nl-NL" altLang="nl-NL" dirty="0"/>
              <a:t> do. </a:t>
            </a:r>
            <a:r>
              <a:rPr lang="nl-NL" altLang="nl-NL" dirty="0" err="1"/>
              <a:t>If</a:t>
            </a:r>
            <a:r>
              <a:rPr lang="nl-NL" altLang="nl-NL" dirty="0"/>
              <a:t> </a:t>
            </a:r>
            <a:r>
              <a:rPr lang="nl-NL" altLang="nl-NL" dirty="0" err="1"/>
              <a:t>an</a:t>
            </a:r>
            <a:r>
              <a:rPr lang="nl-NL" altLang="nl-NL" dirty="0"/>
              <a:t> element </a:t>
            </a:r>
            <a:r>
              <a:rPr lang="nl-NL" altLang="nl-NL" dirty="0" err="1"/>
              <a:t>lacks</a:t>
            </a:r>
            <a:r>
              <a:rPr lang="nl-NL" altLang="nl-NL" dirty="0"/>
              <a:t> </a:t>
            </a:r>
            <a:r>
              <a:rPr lang="nl-NL" altLang="nl-NL" dirty="0" err="1"/>
              <a:t>sufficient</a:t>
            </a:r>
            <a:r>
              <a:rPr lang="nl-NL" altLang="nl-NL" dirty="0"/>
              <a:t> </a:t>
            </a:r>
            <a:r>
              <a:rPr lang="nl-NL" altLang="nl-NL" dirty="0" err="1"/>
              <a:t>relevance</a:t>
            </a:r>
            <a:r>
              <a:rPr lang="nl-NL" altLang="nl-NL" dirty="0"/>
              <a:t>, </a:t>
            </a:r>
            <a:r>
              <a:rPr lang="nl-NL" altLang="nl-NL" dirty="0" err="1"/>
              <a:t>remove</a:t>
            </a:r>
            <a:r>
              <a:rPr lang="nl-NL" altLang="nl-NL" dirty="0"/>
              <a:t> </a:t>
            </a:r>
            <a:r>
              <a:rPr lang="nl-NL" altLang="nl-NL" dirty="0" err="1"/>
              <a:t>it</a:t>
            </a:r>
            <a:r>
              <a:rPr lang="nl-NL" altLang="nl-NL" dirty="0"/>
              <a:t>; or move </a:t>
            </a:r>
            <a:r>
              <a:rPr lang="nl-NL" altLang="nl-NL" dirty="0" err="1"/>
              <a:t>to</a:t>
            </a:r>
            <a:r>
              <a:rPr lang="nl-NL" altLang="nl-NL" dirty="0"/>
              <a:t> </a:t>
            </a:r>
            <a:r>
              <a:rPr lang="nl-NL" altLang="nl-NL" dirty="0" err="1"/>
              <a:t>explain</a:t>
            </a:r>
            <a:r>
              <a:rPr lang="nl-NL" altLang="nl-NL" dirty="0"/>
              <a:t> </a:t>
            </a:r>
            <a:r>
              <a:rPr lang="nl-NL" altLang="nl-NL" dirty="0" err="1"/>
              <a:t>why</a:t>
            </a:r>
            <a:r>
              <a:rPr lang="nl-NL" altLang="nl-NL" dirty="0"/>
              <a:t> </a:t>
            </a:r>
            <a:r>
              <a:rPr lang="nl-NL" altLang="nl-NL" dirty="0" err="1"/>
              <a:t>it</a:t>
            </a:r>
            <a:r>
              <a:rPr lang="nl-NL" altLang="nl-NL" dirty="0"/>
              <a:t> is relevant </a:t>
            </a:r>
            <a:r>
              <a:rPr lang="nl-NL" altLang="nl-NL" dirty="0" err="1"/>
              <a:t>after</a:t>
            </a:r>
            <a:r>
              <a:rPr lang="nl-NL" altLang="nl-NL" dirty="0"/>
              <a:t> </a:t>
            </a:r>
            <a:r>
              <a:rPr lang="nl-NL" altLang="nl-NL" dirty="0" err="1"/>
              <a:t>all</a:t>
            </a:r>
            <a:r>
              <a:rPr lang="nl-NL" altLang="nl-NL" dirty="0"/>
              <a:t>. The </a:t>
            </a:r>
            <a:r>
              <a:rPr lang="nl-NL" altLang="nl-NL" dirty="0" err="1"/>
              <a:t>main</a:t>
            </a:r>
            <a:r>
              <a:rPr lang="nl-NL" altLang="nl-NL" dirty="0"/>
              <a:t> body is </a:t>
            </a:r>
            <a:r>
              <a:rPr lang="nl-NL" altLang="nl-NL" dirty="0" err="1"/>
              <a:t>the</a:t>
            </a:r>
            <a:r>
              <a:rPr lang="nl-NL" altLang="nl-NL" dirty="0"/>
              <a:t> </a:t>
            </a:r>
            <a:r>
              <a:rPr lang="nl-NL" altLang="nl-NL" dirty="0" err="1"/>
              <a:t>section</a:t>
            </a:r>
            <a:r>
              <a:rPr lang="nl-NL" altLang="nl-NL" dirty="0"/>
              <a:t> </a:t>
            </a:r>
            <a:r>
              <a:rPr lang="nl-NL" altLang="nl-NL" dirty="0" err="1"/>
              <a:t>where</a:t>
            </a:r>
            <a:r>
              <a:rPr lang="nl-NL" altLang="nl-NL" dirty="0"/>
              <a:t> </a:t>
            </a:r>
            <a:r>
              <a:rPr lang="nl-NL" altLang="nl-NL" dirty="0" err="1"/>
              <a:t>you</a:t>
            </a:r>
            <a:r>
              <a:rPr lang="nl-NL" altLang="nl-NL" dirty="0"/>
              <a:t> </a:t>
            </a:r>
            <a:r>
              <a:rPr lang="nl-NL" altLang="nl-NL" dirty="0" err="1"/>
              <a:t>answer</a:t>
            </a:r>
            <a:r>
              <a:rPr lang="nl-NL" altLang="nl-NL" dirty="0"/>
              <a:t> </a:t>
            </a:r>
            <a:r>
              <a:rPr lang="nl-NL" altLang="nl-NL" dirty="0" err="1"/>
              <a:t>the</a:t>
            </a:r>
            <a:r>
              <a:rPr lang="nl-NL" altLang="nl-NL" dirty="0"/>
              <a:t> question. </a:t>
            </a:r>
            <a:r>
              <a:rPr lang="nl-NL" altLang="nl-NL" dirty="0" err="1"/>
              <a:t>To</a:t>
            </a:r>
            <a:r>
              <a:rPr lang="nl-NL" altLang="nl-NL" dirty="0"/>
              <a:t> do </a:t>
            </a:r>
            <a:r>
              <a:rPr lang="nl-NL" altLang="nl-NL" dirty="0" err="1"/>
              <a:t>that</a:t>
            </a:r>
            <a:r>
              <a:rPr lang="nl-NL" altLang="nl-NL" dirty="0"/>
              <a:t> </a:t>
            </a:r>
            <a:r>
              <a:rPr lang="nl-NL" altLang="nl-NL" dirty="0" err="1"/>
              <a:t>you</a:t>
            </a:r>
            <a:r>
              <a:rPr lang="nl-NL" altLang="nl-NL" dirty="0"/>
              <a:t> </a:t>
            </a:r>
            <a:r>
              <a:rPr lang="nl-NL" altLang="nl-NL" dirty="0" err="1"/>
              <a:t>may</a:t>
            </a:r>
            <a:r>
              <a:rPr lang="nl-NL" altLang="nl-NL" dirty="0"/>
              <a:t> have </a:t>
            </a:r>
            <a:r>
              <a:rPr lang="nl-NL" altLang="nl-NL" dirty="0" err="1"/>
              <a:t>to</a:t>
            </a:r>
            <a:r>
              <a:rPr lang="nl-NL" altLang="nl-NL" dirty="0"/>
              <a:t> </a:t>
            </a:r>
            <a:r>
              <a:rPr lang="nl-NL" altLang="nl-NL" dirty="0" err="1"/>
              <a:t>elaborate</a:t>
            </a:r>
            <a:r>
              <a:rPr lang="nl-NL" altLang="nl-NL" dirty="0"/>
              <a:t> </a:t>
            </a:r>
            <a:r>
              <a:rPr lang="nl-NL" altLang="nl-NL" dirty="0" err="1"/>
              <a:t>somewhat</a:t>
            </a:r>
            <a:r>
              <a:rPr lang="nl-NL" altLang="nl-NL" dirty="0"/>
              <a:t>, but </a:t>
            </a:r>
            <a:r>
              <a:rPr lang="nl-NL" altLang="nl-NL" dirty="0" err="1"/>
              <a:t>the</a:t>
            </a:r>
            <a:r>
              <a:rPr lang="nl-NL" altLang="nl-NL" dirty="0"/>
              <a:t> </a:t>
            </a:r>
            <a:r>
              <a:rPr lang="nl-NL" altLang="nl-NL" dirty="0" err="1"/>
              <a:t>entire</a:t>
            </a:r>
            <a:r>
              <a:rPr lang="nl-NL" altLang="nl-NL" dirty="0"/>
              <a:t> report </a:t>
            </a:r>
            <a:r>
              <a:rPr lang="nl-NL" altLang="nl-NL" dirty="0" err="1"/>
              <a:t>should</a:t>
            </a:r>
            <a:r>
              <a:rPr lang="nl-NL" altLang="nl-NL" dirty="0"/>
              <a:t> </a:t>
            </a:r>
            <a:r>
              <a:rPr lang="nl-NL" altLang="nl-NL" dirty="0" err="1"/>
              <a:t>be</a:t>
            </a:r>
            <a:r>
              <a:rPr lang="nl-NL" altLang="nl-NL" dirty="0"/>
              <a:t> </a:t>
            </a:r>
            <a:r>
              <a:rPr lang="nl-NL" altLang="nl-NL" dirty="0" err="1"/>
              <a:t>geared</a:t>
            </a:r>
            <a:r>
              <a:rPr lang="nl-NL" altLang="nl-NL" dirty="0"/>
              <a:t> </a:t>
            </a:r>
            <a:r>
              <a:rPr lang="nl-NL" altLang="nl-NL" dirty="0" err="1"/>
              <a:t>towards</a:t>
            </a:r>
            <a:r>
              <a:rPr lang="nl-NL" altLang="nl-NL" dirty="0"/>
              <a:t> </a:t>
            </a:r>
            <a:r>
              <a:rPr lang="nl-NL" altLang="nl-NL" dirty="0" err="1"/>
              <a:t>answering</a:t>
            </a:r>
            <a:r>
              <a:rPr lang="nl-NL" altLang="nl-NL" dirty="0"/>
              <a:t> </a:t>
            </a:r>
            <a:r>
              <a:rPr lang="nl-NL" altLang="nl-NL" dirty="0" err="1"/>
              <a:t>that</a:t>
            </a:r>
            <a:r>
              <a:rPr lang="nl-NL" altLang="nl-NL" dirty="0"/>
              <a:t> question. </a:t>
            </a:r>
          </a:p>
          <a:p>
            <a:pPr marL="0" marR="0" indent="0" algn="l" defTabSz="914400" rtl="0" eaLnBrk="1" fontAlgn="auto" latinLnBrk="0" hangingPunct="1">
              <a:lnSpc>
                <a:spcPct val="100000"/>
              </a:lnSpc>
              <a:spcBef>
                <a:spcPts val="0"/>
              </a:spcBef>
              <a:spcAft>
                <a:spcPts val="0"/>
              </a:spcAft>
              <a:buClrTx/>
              <a:buSzTx/>
              <a:buFontTx/>
              <a:buNone/>
              <a:tabLst/>
              <a:defRPr/>
            </a:pPr>
            <a:endParaRPr lang="en-US" noProof="0" dirty="0"/>
          </a:p>
          <a:p>
            <a:endParaRPr lang="en-GB" dirty="0"/>
          </a:p>
          <a:p>
            <a:endParaRPr lang="en-GB" dirty="0"/>
          </a:p>
        </p:txBody>
      </p:sp>
      <p:sp>
        <p:nvSpPr>
          <p:cNvPr id="4" name="Tijdelijke aanduiding voor dianummer 3"/>
          <p:cNvSpPr>
            <a:spLocks noGrp="1"/>
          </p:cNvSpPr>
          <p:nvPr>
            <p:ph type="sldNum" sz="quarter" idx="10"/>
          </p:nvPr>
        </p:nvSpPr>
        <p:spPr/>
        <p:txBody>
          <a:bodyPr/>
          <a:lstStyle/>
          <a:p>
            <a:fld id="{E250B3B4-A52A-491D-ADEB-D2C0AD3558FA}" type="slidenum">
              <a:rPr lang="nl-NL" smtClean="0">
                <a:solidFill>
                  <a:prstClr val="black"/>
                </a:solidFill>
              </a:rPr>
              <a:pPr/>
              <a:t>5</a:t>
            </a:fld>
            <a:endParaRPr lang="en-GB" dirty="0">
              <a:solidFill>
                <a:prstClr val="black"/>
              </a:solidFill>
            </a:endParaRPr>
          </a:p>
        </p:txBody>
      </p:sp>
    </p:spTree>
    <p:extLst>
      <p:ext uri="{BB962C8B-B14F-4D97-AF65-F5344CB8AC3E}">
        <p14:creationId xmlns:p14="http://schemas.microsoft.com/office/powerpoint/2010/main" val="227094765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r>
              <a:rPr dirty="0"/>
              <a:t>Quite often you'll find students beating around the bush, discussing all sorts of information surrounding the subject, but never getting to the essence of the question. </a:t>
            </a:r>
          </a:p>
          <a:p>
            <a:r>
              <a:rPr dirty="0"/>
              <a:t>Another tough aspect is how to structure your main body. Some reports are structured using the studies discussed. Those will feature paragraphs entitled: 'Study by Brown et al.' followed by 'study by Patterson'. This tells you that the sources weren't properly integrated. The main body should see the information ordered by content (studies should be linked to each other).</a:t>
            </a:r>
            <a:r>
              <a:rPr lang="en-GB" dirty="0"/>
              <a:t> It is also important to create sufficient depth of content by evaluating the information discussed, this is something that students generally find quite difficult.</a:t>
            </a:r>
            <a:endParaRPr dirty="0"/>
          </a:p>
          <a:p>
            <a:endParaRPr lang="en-GB" baseline="0" dirty="0"/>
          </a:p>
          <a:p>
            <a:pPr fontAlgn="base"/>
            <a:endParaRPr lang="en-GB" sz="1200" b="0" i="0" kern="1200" dirty="0">
              <a:solidFill>
                <a:schemeClr val="tx1"/>
              </a:solidFill>
              <a:effectLst/>
              <a:latin typeface="+mn-lt"/>
              <a:ea typeface="+mn-ea"/>
              <a:cs typeface="+mn-cs"/>
            </a:endParaRPr>
          </a:p>
          <a:p>
            <a:endParaRPr lang="en-GB" dirty="0"/>
          </a:p>
        </p:txBody>
      </p:sp>
      <p:sp>
        <p:nvSpPr>
          <p:cNvPr id="4" name="Tijdelijke aanduiding voor dianummer 3"/>
          <p:cNvSpPr>
            <a:spLocks noGrp="1"/>
          </p:cNvSpPr>
          <p:nvPr>
            <p:ph type="sldNum" sz="quarter" idx="10"/>
          </p:nvPr>
        </p:nvSpPr>
        <p:spPr/>
        <p:txBody>
          <a:bodyPr/>
          <a:lstStyle/>
          <a:p>
            <a:fld id="{E250B3B4-A52A-491D-ADEB-D2C0AD3558FA}" type="slidenum">
              <a:rPr lang="nl-NL" smtClean="0">
                <a:solidFill>
                  <a:prstClr val="black"/>
                </a:solidFill>
              </a:rPr>
              <a:pPr/>
              <a:t>6</a:t>
            </a:fld>
            <a:endParaRPr lang="en-GB" dirty="0">
              <a:solidFill>
                <a:prstClr val="black"/>
              </a:solidFill>
            </a:endParaRPr>
          </a:p>
        </p:txBody>
      </p:sp>
    </p:spTree>
    <p:extLst>
      <p:ext uri="{BB962C8B-B14F-4D97-AF65-F5344CB8AC3E}">
        <p14:creationId xmlns:p14="http://schemas.microsoft.com/office/powerpoint/2010/main" val="76001354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nl-NL" sz="1600" dirty="0"/>
              <a:t>You don't want to </a:t>
            </a:r>
            <a:r>
              <a:rPr lang="nl-NL" sz="1600" noProof="0" dirty="0"/>
              <a:t>use the main body to just describe the research conducted on your subject; you also want to be able to remain critical of the information you're discussing. You can do this by discussing any shortcomings, obscurities, inconsistencies and alternative explanations. </a:t>
            </a:r>
          </a:p>
          <a:p>
            <a:pPr marL="0" marR="0" lvl="0" indent="0" algn="l" defTabSz="914400" rtl="0" eaLnBrk="1" fontAlgn="auto" latinLnBrk="0" hangingPunct="1">
              <a:lnSpc>
                <a:spcPct val="100000"/>
              </a:lnSpc>
              <a:spcBef>
                <a:spcPts val="0"/>
              </a:spcBef>
              <a:spcAft>
                <a:spcPts val="0"/>
              </a:spcAft>
              <a:buClrTx/>
              <a:buSzTx/>
              <a:buFontTx/>
              <a:buNone/>
              <a:tabLst/>
              <a:defRPr/>
            </a:pPr>
            <a:r>
              <a:rPr lang="nl-NL" altLang="nl-NL" sz="1600" dirty="0"/>
              <a:t>Make </a:t>
            </a:r>
            <a:r>
              <a:rPr lang="nl-NL" altLang="nl-NL" sz="1600" dirty="0" err="1"/>
              <a:t>sure</a:t>
            </a:r>
            <a:r>
              <a:rPr lang="nl-NL" altLang="nl-NL" sz="1600" dirty="0"/>
              <a:t> </a:t>
            </a:r>
            <a:r>
              <a:rPr lang="nl-NL" altLang="nl-NL" sz="1600" dirty="0" err="1"/>
              <a:t>you</a:t>
            </a:r>
            <a:r>
              <a:rPr lang="nl-NL" altLang="nl-NL" sz="1600" dirty="0"/>
              <a:t> </a:t>
            </a:r>
            <a:r>
              <a:rPr lang="nl-NL" altLang="nl-NL" sz="1600" dirty="0" err="1"/>
              <a:t>also</a:t>
            </a:r>
            <a:r>
              <a:rPr lang="nl-NL" altLang="nl-NL" sz="1600" dirty="0"/>
              <a:t> offer </a:t>
            </a:r>
            <a:r>
              <a:rPr lang="nl-NL" altLang="nl-NL" sz="1600" dirty="0" err="1"/>
              <a:t>sufficient</a:t>
            </a:r>
            <a:r>
              <a:rPr lang="nl-NL" altLang="nl-NL" sz="1600" dirty="0"/>
              <a:t> </a:t>
            </a:r>
            <a:r>
              <a:rPr lang="nl-NL" altLang="nl-NL" sz="1600" dirty="0" err="1"/>
              <a:t>depth</a:t>
            </a:r>
            <a:r>
              <a:rPr lang="nl-NL" altLang="nl-NL" sz="1600" dirty="0"/>
              <a:t> of content </a:t>
            </a:r>
            <a:r>
              <a:rPr lang="nl-NL" altLang="nl-NL" sz="1600" dirty="0" err="1"/>
              <a:t>by</a:t>
            </a:r>
            <a:r>
              <a:rPr lang="nl-NL" altLang="nl-NL" sz="1600" dirty="0"/>
              <a:t> </a:t>
            </a:r>
            <a:r>
              <a:rPr lang="nl-NL" altLang="nl-NL" sz="1600" dirty="0" err="1"/>
              <a:t>approaching</a:t>
            </a:r>
            <a:r>
              <a:rPr lang="nl-NL" altLang="nl-NL" sz="1600" dirty="0"/>
              <a:t> </a:t>
            </a:r>
            <a:r>
              <a:rPr lang="nl-NL" altLang="nl-NL" sz="1600" dirty="0" err="1"/>
              <a:t>the</a:t>
            </a:r>
            <a:r>
              <a:rPr lang="nl-NL" altLang="nl-NL" sz="1600" dirty="0"/>
              <a:t> information </a:t>
            </a:r>
            <a:r>
              <a:rPr lang="nl-NL" altLang="nl-NL" sz="1600" dirty="0" err="1"/>
              <a:t>you're</a:t>
            </a:r>
            <a:r>
              <a:rPr lang="nl-NL" altLang="nl-NL" sz="1600" dirty="0"/>
              <a:t> </a:t>
            </a:r>
            <a:r>
              <a:rPr lang="nl-NL" altLang="nl-NL" sz="1600" dirty="0" err="1"/>
              <a:t>discussing</a:t>
            </a:r>
            <a:r>
              <a:rPr lang="nl-NL" altLang="nl-NL" sz="1600" dirty="0"/>
              <a:t> </a:t>
            </a:r>
            <a:r>
              <a:rPr lang="nl-NL" altLang="nl-NL" sz="1600" dirty="0" err="1"/>
              <a:t>critically</a:t>
            </a:r>
            <a:r>
              <a:rPr lang="nl-NL" altLang="nl-NL" sz="1600" dirty="0"/>
              <a:t> (</a:t>
            </a:r>
            <a:r>
              <a:rPr lang="nl-NL" altLang="nl-NL" sz="1600" dirty="0" err="1"/>
              <a:t>you</a:t>
            </a:r>
            <a:r>
              <a:rPr lang="nl-NL" altLang="nl-NL" sz="1600" dirty="0"/>
              <a:t> </a:t>
            </a:r>
            <a:r>
              <a:rPr lang="nl-NL" altLang="nl-NL" sz="1600" dirty="0" err="1"/>
              <a:t>might</a:t>
            </a:r>
            <a:r>
              <a:rPr lang="nl-NL" altLang="nl-NL" sz="1600" dirty="0"/>
              <a:t> want </a:t>
            </a:r>
            <a:r>
              <a:rPr lang="nl-NL" altLang="nl-NL" sz="1600" dirty="0" err="1"/>
              <a:t>to</a:t>
            </a:r>
            <a:r>
              <a:rPr lang="nl-NL" altLang="nl-NL" sz="1600" dirty="0"/>
              <a:t> resort </a:t>
            </a:r>
            <a:r>
              <a:rPr lang="nl-NL" altLang="nl-NL" sz="1600" dirty="0" err="1"/>
              <a:t>to</a:t>
            </a:r>
            <a:r>
              <a:rPr lang="nl-NL" altLang="nl-NL" sz="1600" dirty="0"/>
              <a:t> consult </a:t>
            </a:r>
            <a:r>
              <a:rPr lang="nl-NL" altLang="nl-NL" sz="1600" dirty="0" err="1"/>
              <a:t>the</a:t>
            </a:r>
            <a:r>
              <a:rPr lang="nl-NL" altLang="nl-NL" sz="1600" dirty="0"/>
              <a:t> </a:t>
            </a:r>
            <a:r>
              <a:rPr lang="nl-NL" altLang="nl-NL" sz="1600" dirty="0" err="1"/>
              <a:t>discussion</a:t>
            </a:r>
            <a:r>
              <a:rPr lang="nl-NL" altLang="nl-NL" sz="1600" dirty="0"/>
              <a:t> </a:t>
            </a:r>
            <a:r>
              <a:rPr lang="nl-NL" altLang="nl-NL" sz="1600" dirty="0" err="1"/>
              <a:t>sections</a:t>
            </a:r>
            <a:r>
              <a:rPr lang="nl-NL" altLang="nl-NL" sz="1600" dirty="0"/>
              <a:t> of </a:t>
            </a:r>
            <a:r>
              <a:rPr lang="nl-NL" altLang="nl-NL" sz="1600" dirty="0" err="1"/>
              <a:t>the</a:t>
            </a:r>
            <a:r>
              <a:rPr lang="nl-NL" altLang="nl-NL" sz="1600" dirty="0"/>
              <a:t> </a:t>
            </a:r>
            <a:r>
              <a:rPr lang="nl-NL" altLang="nl-NL" sz="1600" dirty="0" err="1"/>
              <a:t>articles</a:t>
            </a:r>
            <a:r>
              <a:rPr lang="nl-NL" altLang="nl-NL" sz="1600" dirty="0"/>
              <a:t> </a:t>
            </a:r>
            <a:r>
              <a:rPr lang="nl-NL" altLang="nl-NL" sz="1600" dirty="0" err="1"/>
              <a:t>you've</a:t>
            </a:r>
            <a:r>
              <a:rPr lang="nl-NL" altLang="nl-NL" sz="1600" dirty="0"/>
              <a:t> </a:t>
            </a:r>
            <a:r>
              <a:rPr lang="nl-NL" altLang="nl-NL" sz="1600" dirty="0" err="1"/>
              <a:t>used</a:t>
            </a:r>
            <a:r>
              <a:rPr lang="nl-NL" altLang="nl-NL" sz="1600" dirty="0"/>
              <a:t>, as </a:t>
            </a:r>
            <a:r>
              <a:rPr lang="nl-NL" altLang="nl-NL" sz="1600" dirty="0" err="1"/>
              <a:t>authors</a:t>
            </a:r>
            <a:r>
              <a:rPr lang="nl-NL" altLang="nl-NL" sz="1600" dirty="0"/>
              <a:t> </a:t>
            </a:r>
            <a:r>
              <a:rPr lang="nl-NL" altLang="nl-NL" sz="1600" dirty="0" err="1"/>
              <a:t>will</a:t>
            </a:r>
            <a:r>
              <a:rPr lang="nl-NL" altLang="nl-NL" sz="1600" dirty="0"/>
              <a:t> </a:t>
            </a:r>
            <a:r>
              <a:rPr lang="nl-NL" altLang="nl-NL" sz="1600" dirty="0" err="1"/>
              <a:t>often</a:t>
            </a:r>
            <a:r>
              <a:rPr lang="nl-NL" altLang="nl-NL" sz="1600" dirty="0"/>
              <a:t> </a:t>
            </a:r>
            <a:r>
              <a:rPr lang="nl-NL" altLang="nl-NL" sz="1600" dirty="0" err="1"/>
              <a:t>indicate</a:t>
            </a:r>
            <a:r>
              <a:rPr lang="nl-NL" altLang="nl-NL" sz="1600" dirty="0"/>
              <a:t> </a:t>
            </a:r>
            <a:r>
              <a:rPr lang="nl-NL" altLang="nl-NL" sz="1600" dirty="0" err="1"/>
              <a:t>the</a:t>
            </a:r>
            <a:r>
              <a:rPr lang="nl-NL" altLang="nl-NL" sz="1600" dirty="0"/>
              <a:t> </a:t>
            </a:r>
            <a:r>
              <a:rPr lang="nl-NL" altLang="nl-NL" sz="1600" dirty="0" err="1"/>
              <a:t>shortcomings</a:t>
            </a:r>
            <a:r>
              <a:rPr lang="nl-NL" altLang="nl-NL" sz="1600" dirty="0"/>
              <a:t> of </a:t>
            </a:r>
            <a:r>
              <a:rPr lang="nl-NL" altLang="nl-NL" sz="1600" dirty="0" err="1"/>
              <a:t>their</a:t>
            </a:r>
            <a:r>
              <a:rPr lang="nl-NL" altLang="nl-NL" sz="1600" dirty="0"/>
              <a:t> research </a:t>
            </a:r>
            <a:r>
              <a:rPr lang="nl-NL" altLang="nl-NL" sz="1600" dirty="0" err="1"/>
              <a:t>themselves</a:t>
            </a:r>
            <a:r>
              <a:rPr lang="nl-NL" altLang="nl-NL" sz="1600" dirty="0"/>
              <a:t> </a:t>
            </a:r>
            <a:r>
              <a:rPr lang="nl-NL" altLang="nl-NL" sz="1600" dirty="0" err="1"/>
              <a:t>here</a:t>
            </a:r>
            <a:r>
              <a:rPr lang="nl-NL" altLang="nl-NL" sz="1600" dirty="0"/>
              <a:t>. Make </a:t>
            </a:r>
            <a:r>
              <a:rPr lang="nl-NL" altLang="nl-NL" sz="1600" dirty="0" err="1"/>
              <a:t>sure</a:t>
            </a:r>
            <a:r>
              <a:rPr lang="nl-NL" altLang="nl-NL" sz="1600" dirty="0"/>
              <a:t> </a:t>
            </a:r>
            <a:r>
              <a:rPr lang="nl-NL" altLang="nl-NL" sz="1600" dirty="0" err="1"/>
              <a:t>that</a:t>
            </a:r>
            <a:r>
              <a:rPr lang="nl-NL" altLang="nl-NL" sz="1600" dirty="0"/>
              <a:t> </a:t>
            </a:r>
            <a:r>
              <a:rPr lang="nl-NL" altLang="nl-NL" sz="1600" dirty="0" err="1"/>
              <a:t>the</a:t>
            </a:r>
            <a:r>
              <a:rPr lang="nl-NL" altLang="nl-NL" sz="1600" dirty="0"/>
              <a:t> </a:t>
            </a:r>
            <a:r>
              <a:rPr lang="nl-NL" altLang="nl-NL" sz="1600" dirty="0" err="1"/>
              <a:t>criticism</a:t>
            </a:r>
            <a:r>
              <a:rPr lang="nl-NL" altLang="nl-NL" sz="1600" dirty="0"/>
              <a:t> </a:t>
            </a:r>
            <a:r>
              <a:rPr lang="nl-NL" altLang="nl-NL" sz="1600" dirty="0" err="1"/>
              <a:t>you're</a:t>
            </a:r>
            <a:r>
              <a:rPr lang="nl-NL" altLang="nl-NL" sz="1600" dirty="0"/>
              <a:t> </a:t>
            </a:r>
            <a:r>
              <a:rPr lang="nl-NL" altLang="nl-NL" sz="1600" dirty="0" err="1"/>
              <a:t>discussing</a:t>
            </a:r>
            <a:r>
              <a:rPr lang="nl-NL" altLang="nl-NL" sz="1600" dirty="0"/>
              <a:t> is relevant </a:t>
            </a:r>
            <a:r>
              <a:rPr lang="nl-NL" altLang="nl-NL" sz="1600" dirty="0" err="1"/>
              <a:t>to</a:t>
            </a:r>
            <a:r>
              <a:rPr lang="nl-NL" altLang="nl-NL" sz="1600" dirty="0"/>
              <a:t> </a:t>
            </a:r>
            <a:r>
              <a:rPr lang="nl-NL" altLang="nl-NL" sz="1600" dirty="0" err="1"/>
              <a:t>your</a:t>
            </a:r>
            <a:r>
              <a:rPr lang="nl-NL" altLang="nl-NL" sz="1600" dirty="0"/>
              <a:t> question).</a:t>
            </a:r>
            <a:endParaRPr lang="en-GB" altLang="nl-NL" sz="1600" dirty="0"/>
          </a:p>
          <a:p>
            <a:endParaRPr lang="en-GB" sz="1600" dirty="0"/>
          </a:p>
        </p:txBody>
      </p:sp>
      <p:sp>
        <p:nvSpPr>
          <p:cNvPr id="4" name="Slide Number Placeholder 3"/>
          <p:cNvSpPr>
            <a:spLocks noGrp="1"/>
          </p:cNvSpPr>
          <p:nvPr>
            <p:ph type="sldNum" sz="quarter" idx="10"/>
          </p:nvPr>
        </p:nvSpPr>
        <p:spPr/>
        <p:txBody>
          <a:bodyPr/>
          <a:lstStyle/>
          <a:p>
            <a:fld id="{044EAC61-8860-449B-8DA7-9B5255F5AA39}" type="slidenum">
              <a:rPr lang="nl-NL" smtClean="0">
                <a:solidFill>
                  <a:prstClr val="black"/>
                </a:solidFill>
              </a:rPr>
              <a:pPr/>
              <a:t>7</a:t>
            </a:fld>
            <a:endParaRPr lang="en-GB" dirty="0">
              <a:solidFill>
                <a:prstClr val="black"/>
              </a:solidFill>
            </a:endParaRPr>
          </a:p>
        </p:txBody>
      </p:sp>
    </p:spTree>
    <p:extLst>
      <p:ext uri="{BB962C8B-B14F-4D97-AF65-F5344CB8AC3E}">
        <p14:creationId xmlns:p14="http://schemas.microsoft.com/office/powerpoint/2010/main" val="415472184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nl-NL" sz="1600" dirty="0"/>
              <a:t>This is an example of discussing a shortcoming...</a:t>
            </a:r>
            <a:endParaRPr lang="en-GB" sz="1600" dirty="0"/>
          </a:p>
        </p:txBody>
      </p:sp>
      <p:sp>
        <p:nvSpPr>
          <p:cNvPr id="4" name="Slide Number Placeholder 3"/>
          <p:cNvSpPr>
            <a:spLocks noGrp="1"/>
          </p:cNvSpPr>
          <p:nvPr>
            <p:ph type="sldNum" sz="quarter" idx="10"/>
          </p:nvPr>
        </p:nvSpPr>
        <p:spPr/>
        <p:txBody>
          <a:bodyPr/>
          <a:lstStyle/>
          <a:p>
            <a:fld id="{044EAC61-8860-449B-8DA7-9B5255F5AA39}" type="slidenum">
              <a:rPr lang="nl-NL" smtClean="0">
                <a:solidFill>
                  <a:prstClr val="black"/>
                </a:solidFill>
              </a:rPr>
              <a:pPr/>
              <a:t>8</a:t>
            </a:fld>
            <a:endParaRPr lang="en-GB" dirty="0">
              <a:solidFill>
                <a:prstClr val="black"/>
              </a:solidFill>
            </a:endParaRPr>
          </a:p>
        </p:txBody>
      </p:sp>
    </p:spTree>
    <p:extLst>
      <p:ext uri="{BB962C8B-B14F-4D97-AF65-F5344CB8AC3E}">
        <p14:creationId xmlns:p14="http://schemas.microsoft.com/office/powerpoint/2010/main" val="13722347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nl-NL" sz="1600" dirty="0"/>
              <a:t>This is an example of how you could highlight an inconsistency between findings. </a:t>
            </a:r>
          </a:p>
          <a:p>
            <a:r>
              <a:rPr lang="nl-NL" sz="1600" baseline="0" dirty="0"/>
              <a:t>If you do this, keep in mind that you may also wish to discuss the possible explanations for the inconsistency.</a:t>
            </a:r>
            <a:endParaRPr lang="en-GB" sz="1600" dirty="0"/>
          </a:p>
        </p:txBody>
      </p:sp>
      <p:sp>
        <p:nvSpPr>
          <p:cNvPr id="4" name="Slide Number Placeholder 3"/>
          <p:cNvSpPr>
            <a:spLocks noGrp="1"/>
          </p:cNvSpPr>
          <p:nvPr>
            <p:ph type="sldNum" sz="quarter" idx="10"/>
          </p:nvPr>
        </p:nvSpPr>
        <p:spPr/>
        <p:txBody>
          <a:bodyPr/>
          <a:lstStyle/>
          <a:p>
            <a:fld id="{044EAC61-8860-449B-8DA7-9B5255F5AA39}" type="slidenum">
              <a:rPr lang="nl-NL" smtClean="0">
                <a:solidFill>
                  <a:prstClr val="black"/>
                </a:solidFill>
              </a:rPr>
              <a:pPr/>
              <a:t>9</a:t>
            </a:fld>
            <a:endParaRPr lang="en-GB" dirty="0">
              <a:solidFill>
                <a:prstClr val="black"/>
              </a:solidFill>
            </a:endParaRPr>
          </a:p>
        </p:txBody>
      </p:sp>
    </p:spTree>
    <p:extLst>
      <p:ext uri="{BB962C8B-B14F-4D97-AF65-F5344CB8AC3E}">
        <p14:creationId xmlns:p14="http://schemas.microsoft.com/office/powerpoint/2010/main" val="327652669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r>
              <a:rPr lang="en-US" noProof="0" dirty="0"/>
              <a:t>This is an example of how you could offer an explanation to contradictory findings.</a:t>
            </a:r>
          </a:p>
          <a:p>
            <a:r>
              <a:rPr lang="en-US" noProof="0" dirty="0"/>
              <a:t>The example shows that the author </a:t>
            </a:r>
          </a:p>
          <a:p>
            <a:pPr marL="228600" indent="-228600">
              <a:buAutoNum type="arabicParenR"/>
            </a:pPr>
            <a:r>
              <a:rPr lang="en-US" noProof="0" dirty="0"/>
              <a:t>is aware of the contradictions that have been found on the relation between crime and religion.</a:t>
            </a:r>
          </a:p>
          <a:p>
            <a:pPr marL="228600" indent="-228600">
              <a:buAutoNum type="arabicParenR"/>
            </a:pPr>
            <a:r>
              <a:rPr lang="en-US" noProof="0" dirty="0"/>
              <a:t>offers a possible explanation for their existence.</a:t>
            </a:r>
          </a:p>
          <a:p>
            <a:pPr marL="228600" indent="-228600">
              <a:buAutoNum type="arabicParenR"/>
            </a:pPr>
            <a:r>
              <a:rPr lang="en-US" noProof="0" dirty="0"/>
              <a:t>and supports this by offering a meta-analysis to support his argument.</a:t>
            </a:r>
          </a:p>
          <a:p>
            <a:pPr marL="0" indent="0">
              <a:buNone/>
            </a:pPr>
            <a:endParaRPr lang="en-US" baseline="0" noProof="0" dirty="0"/>
          </a:p>
          <a:p>
            <a:pPr marL="0" indent="0">
              <a:buNone/>
            </a:pPr>
            <a:r>
              <a:rPr lang="en-US" noProof="0" dirty="0"/>
              <a:t>Note: This example sees the explanation taken from a different source (Stark &amp; Bainbridge). You are, of course, free to come up with your own explanation for the contradictory findings. You should, however, remain aware that you will have to present your explanation with a clear reasoning behind it. Plus, you are also advised to substantiate your potential explanation with research - as is done in the example. </a:t>
            </a:r>
          </a:p>
        </p:txBody>
      </p:sp>
      <p:sp>
        <p:nvSpPr>
          <p:cNvPr id="4" name="Tijdelijke aanduiding voor dianummer 3"/>
          <p:cNvSpPr>
            <a:spLocks noGrp="1"/>
          </p:cNvSpPr>
          <p:nvPr>
            <p:ph type="sldNum" sz="quarter" idx="10"/>
          </p:nvPr>
        </p:nvSpPr>
        <p:spPr/>
        <p:txBody>
          <a:bodyPr/>
          <a:lstStyle/>
          <a:p>
            <a:fld id="{044EAC61-8860-449B-8DA7-9B5255F5AA39}" type="slidenum">
              <a:rPr lang="nl-NL" smtClean="0">
                <a:solidFill>
                  <a:prstClr val="black"/>
                </a:solidFill>
              </a:rPr>
              <a:pPr/>
              <a:t>10</a:t>
            </a:fld>
            <a:endParaRPr lang="en-GB">
              <a:solidFill>
                <a:prstClr val="black"/>
              </a:solidFill>
            </a:endParaRPr>
          </a:p>
        </p:txBody>
      </p:sp>
    </p:spTree>
    <p:extLst>
      <p:ext uri="{BB962C8B-B14F-4D97-AF65-F5344CB8AC3E}">
        <p14:creationId xmlns:p14="http://schemas.microsoft.com/office/powerpoint/2010/main" val="129371847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r>
              <a:rPr dirty="0"/>
              <a:t>This is an example of an alternative explanation to the results generated by an experiment discussed. </a:t>
            </a:r>
          </a:p>
          <a:p>
            <a:r>
              <a:rPr dirty="0"/>
              <a:t>Please note: </a:t>
            </a:r>
            <a:r>
              <a:rPr lang="nl-NL" dirty="0" err="1"/>
              <a:t>You</a:t>
            </a:r>
            <a:r>
              <a:rPr dirty="0"/>
              <a:t> don</a:t>
            </a:r>
            <a:r>
              <a:rPr lang="en-US" dirty="0"/>
              <a:t>'</a:t>
            </a:r>
            <a:r>
              <a:rPr dirty="0"/>
              <a:t>t have to go looking for alternative explanations in every study </a:t>
            </a:r>
            <a:r>
              <a:rPr lang="nl-NL" dirty="0" err="1"/>
              <a:t>you</a:t>
            </a:r>
            <a:r>
              <a:rPr dirty="0"/>
              <a:t> come across; here, too, the information should always relate to the central question. If the alternative explanation is relevant to the question, you may wish to include it; if not, not.</a:t>
            </a:r>
          </a:p>
        </p:txBody>
      </p:sp>
      <p:sp>
        <p:nvSpPr>
          <p:cNvPr id="4" name="Tijdelijke aanduiding voor dianummer 3"/>
          <p:cNvSpPr>
            <a:spLocks noGrp="1"/>
          </p:cNvSpPr>
          <p:nvPr>
            <p:ph type="sldNum" sz="quarter" idx="10"/>
          </p:nvPr>
        </p:nvSpPr>
        <p:spPr/>
        <p:txBody>
          <a:bodyPr/>
          <a:lstStyle/>
          <a:p>
            <a:fld id="{333F40C8-7D68-4912-9D24-2694F7F19C98}" type="slidenum">
              <a:rPr lang="nl-NL" smtClean="0">
                <a:solidFill>
                  <a:prstClr val="black"/>
                </a:solidFill>
              </a:rPr>
              <a:pPr/>
              <a:t>11</a:t>
            </a:fld>
            <a:endParaRPr lang="en-GB" dirty="0">
              <a:solidFill>
                <a:prstClr val="black"/>
              </a:solidFill>
            </a:endParaRPr>
          </a:p>
        </p:txBody>
      </p:sp>
    </p:spTree>
    <p:extLst>
      <p:ext uri="{BB962C8B-B14F-4D97-AF65-F5344CB8AC3E}">
        <p14:creationId xmlns:p14="http://schemas.microsoft.com/office/powerpoint/2010/main" val="295540370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r>
              <a:rPr lang="nl-NL" sz="1600" dirty="0"/>
              <a:t>This is an example of how you could integrate different sources. This examples shows that two sources point to the interaction between emotions and cognition as their main factor, whereas two others point to the interaction between emotions and motivation. These four sources all discuss the same subtopic, allowing you to easily interconnect them and discuss them in the same section. </a:t>
            </a:r>
            <a:endParaRPr lang="en-GB" sz="1600" dirty="0"/>
          </a:p>
        </p:txBody>
      </p:sp>
      <p:sp>
        <p:nvSpPr>
          <p:cNvPr id="4" name="Tijdelijke aanduiding voor dianummer 3"/>
          <p:cNvSpPr>
            <a:spLocks noGrp="1"/>
          </p:cNvSpPr>
          <p:nvPr>
            <p:ph type="sldNum" sz="quarter" idx="10"/>
          </p:nvPr>
        </p:nvSpPr>
        <p:spPr/>
        <p:txBody>
          <a:bodyPr/>
          <a:lstStyle/>
          <a:p>
            <a:fld id="{044EAC61-8860-449B-8DA7-9B5255F5AA39}" type="slidenum">
              <a:rPr lang="nl-NL" smtClean="0">
                <a:solidFill>
                  <a:prstClr val="black"/>
                </a:solidFill>
              </a:rPr>
              <a:pPr/>
              <a:t>12</a:t>
            </a:fld>
            <a:endParaRPr lang="en-GB">
              <a:solidFill>
                <a:prstClr val="black"/>
              </a:solidFill>
            </a:endParaRPr>
          </a:p>
        </p:txBody>
      </p:sp>
    </p:spTree>
    <p:extLst>
      <p:ext uri="{BB962C8B-B14F-4D97-AF65-F5344CB8AC3E}">
        <p14:creationId xmlns:p14="http://schemas.microsoft.com/office/powerpoint/2010/main" val="229198976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r>
              <a:rPr lang="nl-NL" sz="1600" dirty="0"/>
              <a:t>Supporting your conclusion, claims and statements by scientific information is very important! This example first mentions the conclusion and then proceeds to substantiate it by citing research conducted on that topic. You could also discuss the evidence first and then draw the conclusion.</a:t>
            </a:r>
            <a:endParaRPr lang="en-GB" sz="1600" dirty="0"/>
          </a:p>
        </p:txBody>
      </p:sp>
      <p:sp>
        <p:nvSpPr>
          <p:cNvPr id="4" name="Tijdelijke aanduiding voor dianummer 3"/>
          <p:cNvSpPr>
            <a:spLocks noGrp="1"/>
          </p:cNvSpPr>
          <p:nvPr>
            <p:ph type="sldNum" sz="quarter" idx="10"/>
          </p:nvPr>
        </p:nvSpPr>
        <p:spPr/>
        <p:txBody>
          <a:bodyPr/>
          <a:lstStyle/>
          <a:p>
            <a:fld id="{044EAC61-8860-449B-8DA7-9B5255F5AA39}" type="slidenum">
              <a:rPr lang="nl-NL" smtClean="0">
                <a:solidFill>
                  <a:prstClr val="black"/>
                </a:solidFill>
              </a:rPr>
              <a:pPr/>
              <a:t>13</a:t>
            </a:fld>
            <a:endParaRPr lang="en-GB">
              <a:solidFill>
                <a:prstClr val="black"/>
              </a:solidFill>
            </a:endParaRPr>
          </a:p>
        </p:txBody>
      </p:sp>
    </p:spTree>
    <p:extLst>
      <p:ext uri="{BB962C8B-B14F-4D97-AF65-F5344CB8AC3E}">
        <p14:creationId xmlns:p14="http://schemas.microsoft.com/office/powerpoint/2010/main" val="227016341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dirty="0"/>
              <a:t>Maintaining a critical view of the findings is vital to providing depth of content to your report.</a:t>
            </a:r>
            <a:endParaRPr lang="en-GB" dirty="0"/>
          </a:p>
          <a:p>
            <a:r>
              <a:rPr dirty="0"/>
              <a:t>This is an example of a connotation you could make to the report. You can see that the author has added a nuance by illustrating that the cause of the cognitive improvement isn't overtly clear. </a:t>
            </a:r>
          </a:p>
        </p:txBody>
      </p:sp>
      <p:sp>
        <p:nvSpPr>
          <p:cNvPr id="4" name="Slide Number Placeholder 3"/>
          <p:cNvSpPr>
            <a:spLocks noGrp="1"/>
          </p:cNvSpPr>
          <p:nvPr>
            <p:ph type="sldNum" sz="quarter" idx="10"/>
          </p:nvPr>
        </p:nvSpPr>
        <p:spPr/>
        <p:txBody>
          <a:bodyPr/>
          <a:lstStyle/>
          <a:p>
            <a:fld id="{044EAC61-8860-449B-8DA7-9B5255F5AA39}" type="slidenum">
              <a:rPr lang="nl-NL" smtClean="0">
                <a:solidFill>
                  <a:prstClr val="black"/>
                </a:solidFill>
              </a:rPr>
              <a:pPr/>
              <a:t>14</a:t>
            </a:fld>
            <a:endParaRPr lang="en-GB">
              <a:solidFill>
                <a:prstClr val="black"/>
              </a:solidFill>
            </a:endParaRPr>
          </a:p>
        </p:txBody>
      </p:sp>
    </p:spTree>
    <p:extLst>
      <p:ext uri="{BB962C8B-B14F-4D97-AF65-F5344CB8AC3E}">
        <p14:creationId xmlns:p14="http://schemas.microsoft.com/office/powerpoint/2010/main" val="643260953"/>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eldia">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el 1"/>
          <p:cNvSpPr>
            <a:spLocks noGrp="1"/>
          </p:cNvSpPr>
          <p:nvPr>
            <p:ph type="ctrTitle" hasCustomPrompt="1"/>
          </p:nvPr>
        </p:nvSpPr>
        <p:spPr>
          <a:xfrm>
            <a:off x="655369" y="1763795"/>
            <a:ext cx="7921367" cy="1968000"/>
          </a:xfrm>
        </p:spPr>
        <p:txBody>
          <a:bodyPr/>
          <a:lstStyle>
            <a:lvl1pPr>
              <a:lnSpc>
                <a:spcPts val="7466"/>
              </a:lnSpc>
              <a:defRPr sz="8533" baseline="0">
                <a:solidFill>
                  <a:schemeClr val="bg1"/>
                </a:solidFill>
              </a:defRPr>
            </a:lvl1pPr>
          </a:lstStyle>
          <a:p>
            <a:r>
              <a:rPr lang="nl-NL" dirty="0"/>
              <a:t>Titel </a:t>
            </a:r>
            <a:br>
              <a:rPr lang="nl-NL" dirty="0"/>
            </a:br>
            <a:r>
              <a:rPr lang="nl-NL" dirty="0"/>
              <a:t>bewerken</a:t>
            </a:r>
          </a:p>
        </p:txBody>
      </p:sp>
      <p:sp>
        <p:nvSpPr>
          <p:cNvPr id="3" name="Subtitel 2"/>
          <p:cNvSpPr>
            <a:spLocks noGrp="1"/>
          </p:cNvSpPr>
          <p:nvPr>
            <p:ph type="subTitle" idx="1" hasCustomPrompt="1"/>
          </p:nvPr>
        </p:nvSpPr>
        <p:spPr>
          <a:xfrm>
            <a:off x="655369" y="3731795"/>
            <a:ext cx="7921367" cy="1080000"/>
          </a:xfrm>
        </p:spPr>
        <p:txBody>
          <a:bodyPr/>
          <a:lstStyle>
            <a:lvl1pPr marL="0" indent="0" algn="l">
              <a:buNone/>
              <a:defRPr b="0" i="0">
                <a:solidFill>
                  <a:srgbClr val="FFFFFF"/>
                </a:solidFill>
                <a:latin typeface="Museo Sans 100"/>
                <a:cs typeface="Museo Sans 100"/>
              </a:defRPr>
            </a:lvl1pPr>
            <a:lvl2pPr marL="609585" indent="0" algn="ctr">
              <a:buNone/>
              <a:defRPr>
                <a:solidFill>
                  <a:schemeClr val="tx1">
                    <a:tint val="75000"/>
                  </a:schemeClr>
                </a:solidFill>
              </a:defRPr>
            </a:lvl2pPr>
            <a:lvl3pPr marL="1219170" indent="0" algn="ctr">
              <a:buNone/>
              <a:defRPr>
                <a:solidFill>
                  <a:schemeClr val="tx1">
                    <a:tint val="75000"/>
                  </a:schemeClr>
                </a:solidFill>
              </a:defRPr>
            </a:lvl3pPr>
            <a:lvl4pPr marL="1828754" indent="0" algn="ctr">
              <a:buNone/>
              <a:defRPr>
                <a:solidFill>
                  <a:schemeClr val="tx1">
                    <a:tint val="75000"/>
                  </a:schemeClr>
                </a:solidFill>
              </a:defRPr>
            </a:lvl4pPr>
            <a:lvl5pPr marL="2438339" indent="0" algn="ctr">
              <a:buNone/>
              <a:defRPr>
                <a:solidFill>
                  <a:schemeClr val="tx1">
                    <a:tint val="75000"/>
                  </a:schemeClr>
                </a:solidFill>
              </a:defRPr>
            </a:lvl5pPr>
            <a:lvl6pPr marL="3047924" indent="0" algn="ctr">
              <a:buNone/>
              <a:defRPr>
                <a:solidFill>
                  <a:schemeClr val="tx1">
                    <a:tint val="75000"/>
                  </a:schemeClr>
                </a:solidFill>
              </a:defRPr>
            </a:lvl6pPr>
            <a:lvl7pPr marL="3657509" indent="0" algn="ctr">
              <a:buNone/>
              <a:defRPr>
                <a:solidFill>
                  <a:schemeClr val="tx1">
                    <a:tint val="75000"/>
                  </a:schemeClr>
                </a:solidFill>
              </a:defRPr>
            </a:lvl7pPr>
            <a:lvl8pPr marL="4267093" indent="0" algn="ctr">
              <a:buNone/>
              <a:defRPr>
                <a:solidFill>
                  <a:schemeClr val="tx1">
                    <a:tint val="75000"/>
                  </a:schemeClr>
                </a:solidFill>
              </a:defRPr>
            </a:lvl8pPr>
            <a:lvl9pPr marL="4876678" indent="0" algn="ctr">
              <a:buNone/>
              <a:defRPr>
                <a:solidFill>
                  <a:schemeClr val="tx1">
                    <a:tint val="75000"/>
                  </a:schemeClr>
                </a:solidFill>
              </a:defRPr>
            </a:lvl9pPr>
          </a:lstStyle>
          <a:p>
            <a:r>
              <a:rPr lang="nl-NL" dirty="0"/>
              <a:t>Subtitel bewerken</a:t>
            </a:r>
          </a:p>
        </p:txBody>
      </p:sp>
    </p:spTree>
    <p:extLst>
      <p:ext uri="{BB962C8B-B14F-4D97-AF65-F5344CB8AC3E}">
        <p14:creationId xmlns:p14="http://schemas.microsoft.com/office/powerpoint/2010/main" val="340060200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Titeldia Afbeelding">
    <p:bg>
      <p:bgRef idx="1001">
        <a:schemeClr val="bg1"/>
      </p:bgRef>
    </p:bg>
    <p:spTree>
      <p:nvGrpSpPr>
        <p:cNvPr id="1" name=""/>
        <p:cNvGrpSpPr/>
        <p:nvPr/>
      </p:nvGrpSpPr>
      <p:grpSpPr>
        <a:xfrm>
          <a:off x="0" y="0"/>
          <a:ext cx="0" cy="0"/>
          <a:chOff x="0" y="0"/>
          <a:chExt cx="0" cy="0"/>
        </a:xfrm>
      </p:grpSpPr>
      <p:sp>
        <p:nvSpPr>
          <p:cNvPr id="2" name="Titel 1"/>
          <p:cNvSpPr>
            <a:spLocks noGrp="1"/>
          </p:cNvSpPr>
          <p:nvPr>
            <p:ph type="ctrTitle" hasCustomPrompt="1"/>
          </p:nvPr>
        </p:nvSpPr>
        <p:spPr>
          <a:xfrm>
            <a:off x="655369" y="528000"/>
            <a:ext cx="6498967" cy="1968000"/>
          </a:xfrm>
        </p:spPr>
        <p:txBody>
          <a:bodyPr/>
          <a:lstStyle>
            <a:lvl1pPr>
              <a:lnSpc>
                <a:spcPts val="7466"/>
              </a:lnSpc>
              <a:defRPr sz="8533" baseline="0">
                <a:solidFill>
                  <a:schemeClr val="bg1"/>
                </a:solidFill>
              </a:defRPr>
            </a:lvl1pPr>
          </a:lstStyle>
          <a:p>
            <a:r>
              <a:rPr lang="nl-NL" dirty="0"/>
              <a:t>Titel  bewerken</a:t>
            </a:r>
          </a:p>
        </p:txBody>
      </p:sp>
      <p:sp>
        <p:nvSpPr>
          <p:cNvPr id="3" name="Subtitel 2"/>
          <p:cNvSpPr>
            <a:spLocks noGrp="1"/>
          </p:cNvSpPr>
          <p:nvPr>
            <p:ph type="subTitle" idx="1" hasCustomPrompt="1"/>
          </p:nvPr>
        </p:nvSpPr>
        <p:spPr>
          <a:xfrm>
            <a:off x="655369" y="2496000"/>
            <a:ext cx="6498967" cy="1440000"/>
          </a:xfrm>
        </p:spPr>
        <p:txBody>
          <a:bodyPr/>
          <a:lstStyle>
            <a:lvl1pPr marL="0" indent="0" algn="l">
              <a:buNone/>
              <a:defRPr b="0" i="0">
                <a:solidFill>
                  <a:srgbClr val="FFFFFF"/>
                </a:solidFill>
                <a:latin typeface="Museo Sans 100"/>
                <a:cs typeface="Museo Sans 100"/>
              </a:defRPr>
            </a:lvl1pPr>
            <a:lvl2pPr marL="609585" indent="0" algn="ctr">
              <a:buNone/>
              <a:defRPr>
                <a:solidFill>
                  <a:schemeClr val="tx1">
                    <a:tint val="75000"/>
                  </a:schemeClr>
                </a:solidFill>
              </a:defRPr>
            </a:lvl2pPr>
            <a:lvl3pPr marL="1219170" indent="0" algn="ctr">
              <a:buNone/>
              <a:defRPr>
                <a:solidFill>
                  <a:schemeClr val="tx1">
                    <a:tint val="75000"/>
                  </a:schemeClr>
                </a:solidFill>
              </a:defRPr>
            </a:lvl3pPr>
            <a:lvl4pPr marL="1828754" indent="0" algn="ctr">
              <a:buNone/>
              <a:defRPr>
                <a:solidFill>
                  <a:schemeClr val="tx1">
                    <a:tint val="75000"/>
                  </a:schemeClr>
                </a:solidFill>
              </a:defRPr>
            </a:lvl4pPr>
            <a:lvl5pPr marL="2438339" indent="0" algn="ctr">
              <a:buNone/>
              <a:defRPr>
                <a:solidFill>
                  <a:schemeClr val="tx1">
                    <a:tint val="75000"/>
                  </a:schemeClr>
                </a:solidFill>
              </a:defRPr>
            </a:lvl5pPr>
            <a:lvl6pPr marL="3047924" indent="0" algn="ctr">
              <a:buNone/>
              <a:defRPr>
                <a:solidFill>
                  <a:schemeClr val="tx1">
                    <a:tint val="75000"/>
                  </a:schemeClr>
                </a:solidFill>
              </a:defRPr>
            </a:lvl6pPr>
            <a:lvl7pPr marL="3657509" indent="0" algn="ctr">
              <a:buNone/>
              <a:defRPr>
                <a:solidFill>
                  <a:schemeClr val="tx1">
                    <a:tint val="75000"/>
                  </a:schemeClr>
                </a:solidFill>
              </a:defRPr>
            </a:lvl7pPr>
            <a:lvl8pPr marL="4267093" indent="0" algn="ctr">
              <a:buNone/>
              <a:defRPr>
                <a:solidFill>
                  <a:schemeClr val="tx1">
                    <a:tint val="75000"/>
                  </a:schemeClr>
                </a:solidFill>
              </a:defRPr>
            </a:lvl8pPr>
            <a:lvl9pPr marL="4876678" indent="0" algn="ctr">
              <a:buNone/>
              <a:defRPr>
                <a:solidFill>
                  <a:schemeClr val="tx1">
                    <a:tint val="75000"/>
                  </a:schemeClr>
                </a:solidFill>
              </a:defRPr>
            </a:lvl9pPr>
          </a:lstStyle>
          <a:p>
            <a:r>
              <a:rPr lang="nl-NL" dirty="0"/>
              <a:t>Plaats een foto en zet die op de </a:t>
            </a:r>
            <a:br>
              <a:rPr lang="nl-NL" dirty="0"/>
            </a:br>
            <a:r>
              <a:rPr lang="nl-NL" dirty="0"/>
              <a:t>achtergrond met rechtermuisknop</a:t>
            </a:r>
            <a:br>
              <a:rPr lang="nl-NL" dirty="0"/>
            </a:br>
            <a:r>
              <a:rPr lang="nl-NL" dirty="0"/>
              <a:t>&gt; </a:t>
            </a:r>
            <a:r>
              <a:rPr lang="nl-NL" dirty="0" err="1"/>
              <a:t>send</a:t>
            </a:r>
            <a:r>
              <a:rPr lang="nl-NL" dirty="0"/>
              <a:t> to back</a:t>
            </a:r>
          </a:p>
        </p:txBody>
      </p:sp>
    </p:spTree>
    <p:extLst>
      <p:ext uri="{BB962C8B-B14F-4D97-AF65-F5344CB8AC3E}">
        <p14:creationId xmlns:p14="http://schemas.microsoft.com/office/powerpoint/2010/main" val="2562939295"/>
      </p:ext>
    </p:extLst>
  </p:cSld>
  <p:clrMapOvr>
    <a:overrideClrMapping bg1="lt1" tx1="dk1" bg2="lt2" tx2="dk2" accent1="accent1" accent2="accent2" accent3="accent3" accent4="accent4" accent5="accent5" accent6="accent6" hlink="hlink" folHlink="folHlink"/>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itel en object">
    <p:spTree>
      <p:nvGrpSpPr>
        <p:cNvPr id="1" name=""/>
        <p:cNvGrpSpPr/>
        <p:nvPr/>
      </p:nvGrpSpPr>
      <p:grpSpPr>
        <a:xfrm>
          <a:off x="0" y="0"/>
          <a:ext cx="0" cy="0"/>
          <a:chOff x="0" y="0"/>
          <a:chExt cx="0" cy="0"/>
        </a:xfrm>
      </p:grpSpPr>
      <p:sp>
        <p:nvSpPr>
          <p:cNvPr id="2" name="Titel 1"/>
          <p:cNvSpPr>
            <a:spLocks noGrp="1"/>
          </p:cNvSpPr>
          <p:nvPr>
            <p:ph type="title" hasCustomPrompt="1"/>
          </p:nvPr>
        </p:nvSpPr>
        <p:spPr>
          <a:xfrm>
            <a:off x="655367" y="528000"/>
            <a:ext cx="10896000" cy="768000"/>
          </a:xfrm>
        </p:spPr>
        <p:txBody>
          <a:bodyPr/>
          <a:lstStyle>
            <a:lvl1pPr>
              <a:defRPr>
                <a:solidFill>
                  <a:srgbClr val="FF9E00"/>
                </a:solidFill>
              </a:defRPr>
            </a:lvl1pPr>
          </a:lstStyle>
          <a:p>
            <a:r>
              <a:rPr lang="nl-NL" dirty="0"/>
              <a:t>Titel bewerken</a:t>
            </a:r>
            <a:br>
              <a:rPr lang="nl-NL" dirty="0"/>
            </a:br>
            <a:endParaRPr lang="nl-NL" dirty="0"/>
          </a:p>
        </p:txBody>
      </p:sp>
      <p:sp>
        <p:nvSpPr>
          <p:cNvPr id="3" name="Tijdelijke aanduiding voor inhoud 2"/>
          <p:cNvSpPr>
            <a:spLocks noGrp="1"/>
          </p:cNvSpPr>
          <p:nvPr>
            <p:ph idx="1" hasCustomPrompt="1"/>
          </p:nvPr>
        </p:nvSpPr>
        <p:spPr/>
        <p:txBody>
          <a:bodyPr/>
          <a:lstStyle>
            <a:lvl1pPr>
              <a:defRPr baseline="0"/>
            </a:lvl1pPr>
          </a:lstStyle>
          <a:p>
            <a:pPr lvl="0"/>
            <a:r>
              <a:rPr lang="nl-NL" dirty="0"/>
              <a:t>Klik om de tekst te bewerken</a:t>
            </a:r>
          </a:p>
          <a:p>
            <a:pPr lvl="1"/>
            <a:r>
              <a:rPr lang="nl-NL" dirty="0"/>
              <a:t>Tweede niveau tekst</a:t>
            </a:r>
          </a:p>
          <a:p>
            <a:pPr lvl="2"/>
            <a:r>
              <a:rPr lang="nl-NL" dirty="0"/>
              <a:t>Derde niveau tekst</a:t>
            </a:r>
          </a:p>
          <a:p>
            <a:pPr lvl="3"/>
            <a:r>
              <a:rPr lang="nl-NL" dirty="0"/>
              <a:t>Vierde niveau tekst</a:t>
            </a:r>
          </a:p>
          <a:p>
            <a:pPr lvl="4"/>
            <a:r>
              <a:rPr lang="nl-NL" dirty="0"/>
              <a:t>Vijfde niveau tekst</a:t>
            </a:r>
          </a:p>
        </p:txBody>
      </p:sp>
      <p:sp>
        <p:nvSpPr>
          <p:cNvPr id="4" name="Tijdelijke aanduiding voor datum 3"/>
          <p:cNvSpPr>
            <a:spLocks noGrp="1"/>
          </p:cNvSpPr>
          <p:nvPr>
            <p:ph type="dt" sz="half" idx="10"/>
          </p:nvPr>
        </p:nvSpPr>
        <p:spPr/>
        <p:txBody>
          <a:bodyPr/>
          <a:lstStyle/>
          <a:p>
            <a:fld id="{F10973AC-957D-C346-BA56-D82065FA2AEB}" type="datetimeFigureOut">
              <a:rPr lang="nl-NL" smtClean="0"/>
              <a:pPr/>
              <a:t>22-5-2022</a:t>
            </a:fld>
            <a:endParaRPr lang="nl-NL"/>
          </a:p>
        </p:txBody>
      </p:sp>
      <p:sp>
        <p:nvSpPr>
          <p:cNvPr id="5" name="Tijdelijke aanduiding voor voettekst 4"/>
          <p:cNvSpPr>
            <a:spLocks noGrp="1"/>
          </p:cNvSpPr>
          <p:nvPr>
            <p:ph type="ftr" sz="quarter" idx="11"/>
          </p:nvPr>
        </p:nvSpPr>
        <p:spPr/>
        <p:txBody>
          <a:bodyPr/>
          <a:lstStyle>
            <a:lvl1pPr>
              <a:defRPr>
                <a:solidFill>
                  <a:schemeClr val="accent5"/>
                </a:solidFill>
              </a:defRPr>
            </a:lvl1pPr>
          </a:lstStyle>
          <a:p>
            <a:endParaRPr lang="nl-NL"/>
          </a:p>
        </p:txBody>
      </p:sp>
      <p:sp>
        <p:nvSpPr>
          <p:cNvPr id="6" name="Tijdelijke aanduiding voor dianummer 5"/>
          <p:cNvSpPr>
            <a:spLocks noGrp="1"/>
          </p:cNvSpPr>
          <p:nvPr>
            <p:ph type="sldNum" sz="quarter" idx="12"/>
          </p:nvPr>
        </p:nvSpPr>
        <p:spPr/>
        <p:txBody>
          <a:bodyPr/>
          <a:lstStyle>
            <a:lvl1pPr>
              <a:defRPr>
                <a:solidFill>
                  <a:schemeClr val="accent5"/>
                </a:solidFill>
              </a:defRPr>
            </a:lvl1pPr>
          </a:lstStyle>
          <a:p>
            <a:fld id="{8C6BC05E-DB9A-EB4A-A776-575FA40369A3}" type="slidenum">
              <a:rPr lang="nl-NL" smtClean="0"/>
              <a:pPr/>
              <a:t>‹#›</a:t>
            </a:fld>
            <a:endParaRPr lang="nl-NL"/>
          </a:p>
        </p:txBody>
      </p:sp>
    </p:spTree>
    <p:extLst>
      <p:ext uri="{BB962C8B-B14F-4D97-AF65-F5344CB8AC3E}">
        <p14:creationId xmlns:p14="http://schemas.microsoft.com/office/powerpoint/2010/main" val="346402073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el en object 2">
    <p:spTree>
      <p:nvGrpSpPr>
        <p:cNvPr id="1" name=""/>
        <p:cNvGrpSpPr/>
        <p:nvPr/>
      </p:nvGrpSpPr>
      <p:grpSpPr>
        <a:xfrm>
          <a:off x="0" y="0"/>
          <a:ext cx="0" cy="0"/>
          <a:chOff x="0" y="0"/>
          <a:chExt cx="0" cy="0"/>
        </a:xfrm>
      </p:grpSpPr>
      <p:sp>
        <p:nvSpPr>
          <p:cNvPr id="2" name="Titel 1"/>
          <p:cNvSpPr>
            <a:spLocks noGrp="1"/>
          </p:cNvSpPr>
          <p:nvPr>
            <p:ph type="title" hasCustomPrompt="1"/>
          </p:nvPr>
        </p:nvSpPr>
        <p:spPr/>
        <p:txBody>
          <a:bodyPr/>
          <a:lstStyle>
            <a:lvl1pPr>
              <a:defRPr>
                <a:solidFill>
                  <a:schemeClr val="accent5"/>
                </a:solidFill>
              </a:defRPr>
            </a:lvl1pPr>
          </a:lstStyle>
          <a:p>
            <a:r>
              <a:rPr lang="nl-NL" dirty="0"/>
              <a:t>Titel bewerken</a:t>
            </a:r>
          </a:p>
        </p:txBody>
      </p:sp>
      <p:sp>
        <p:nvSpPr>
          <p:cNvPr id="3" name="Tijdelijke aanduiding voor inhoud 2"/>
          <p:cNvSpPr>
            <a:spLocks noGrp="1"/>
          </p:cNvSpPr>
          <p:nvPr>
            <p:ph idx="1" hasCustomPrompt="1"/>
          </p:nvPr>
        </p:nvSpPr>
        <p:spPr/>
        <p:txBody>
          <a:bodyPr/>
          <a:lstStyle>
            <a:lvl1pPr marL="0" indent="0">
              <a:buFontTx/>
              <a:buNone/>
              <a:defRPr/>
            </a:lvl1pPr>
            <a:lvl2pPr marL="0" indent="0">
              <a:buFontTx/>
              <a:buNone/>
              <a:defRPr/>
            </a:lvl2pPr>
            <a:lvl3pPr marL="0" indent="0">
              <a:buFontTx/>
              <a:buNone/>
              <a:defRPr/>
            </a:lvl3pPr>
            <a:lvl4pPr marL="0" indent="0">
              <a:buFontTx/>
              <a:buNone/>
              <a:defRPr/>
            </a:lvl4pPr>
            <a:lvl5pPr marL="0" indent="0">
              <a:buFontTx/>
              <a:buNone/>
              <a:defRPr baseline="0"/>
            </a:lvl5pPr>
          </a:lstStyle>
          <a:p>
            <a:pPr lvl="0"/>
            <a:r>
              <a:rPr lang="nl-NL" dirty="0"/>
              <a:t>Klik om de tekst te bewerken</a:t>
            </a:r>
          </a:p>
          <a:p>
            <a:pPr lvl="1"/>
            <a:r>
              <a:rPr lang="nl-NL" dirty="0"/>
              <a:t>Tweede niveau tekst</a:t>
            </a:r>
          </a:p>
          <a:p>
            <a:pPr lvl="2"/>
            <a:r>
              <a:rPr lang="nl-NL" dirty="0"/>
              <a:t>Derde niveau tekst</a:t>
            </a:r>
          </a:p>
          <a:p>
            <a:pPr lvl="3"/>
            <a:r>
              <a:rPr lang="nl-NL" dirty="0"/>
              <a:t>Vierde niveau tekst</a:t>
            </a:r>
          </a:p>
          <a:p>
            <a:pPr lvl="4"/>
            <a:r>
              <a:rPr lang="nl-NL" dirty="0"/>
              <a:t>Vijfde niveau tekst</a:t>
            </a:r>
          </a:p>
        </p:txBody>
      </p:sp>
      <p:sp>
        <p:nvSpPr>
          <p:cNvPr id="4" name="Tijdelijke aanduiding voor datum 3"/>
          <p:cNvSpPr>
            <a:spLocks noGrp="1"/>
          </p:cNvSpPr>
          <p:nvPr>
            <p:ph type="dt" sz="half" idx="10"/>
          </p:nvPr>
        </p:nvSpPr>
        <p:spPr/>
        <p:txBody>
          <a:bodyPr/>
          <a:lstStyle/>
          <a:p>
            <a:fld id="{F10973AC-957D-C346-BA56-D82065FA2AEB}" type="datetimeFigureOut">
              <a:rPr lang="nl-NL" smtClean="0"/>
              <a:pPr/>
              <a:t>22-5-2022</a:t>
            </a:fld>
            <a:endParaRPr lang="nl-NL"/>
          </a:p>
        </p:txBody>
      </p:sp>
      <p:sp>
        <p:nvSpPr>
          <p:cNvPr id="5" name="Tijdelijke aanduiding voor voettekst 4"/>
          <p:cNvSpPr>
            <a:spLocks noGrp="1"/>
          </p:cNvSpPr>
          <p:nvPr>
            <p:ph type="ftr" sz="quarter" idx="11"/>
          </p:nvPr>
        </p:nvSpPr>
        <p:spPr/>
        <p:txBody>
          <a:bodyPr/>
          <a:lstStyle>
            <a:lvl1pPr>
              <a:defRPr>
                <a:solidFill>
                  <a:schemeClr val="accent5"/>
                </a:solidFill>
              </a:defRPr>
            </a:lvl1pPr>
          </a:lstStyle>
          <a:p>
            <a:endParaRPr lang="nl-NL"/>
          </a:p>
        </p:txBody>
      </p:sp>
      <p:sp>
        <p:nvSpPr>
          <p:cNvPr id="6" name="Tijdelijke aanduiding voor dianummer 5"/>
          <p:cNvSpPr>
            <a:spLocks noGrp="1"/>
          </p:cNvSpPr>
          <p:nvPr>
            <p:ph type="sldNum" sz="quarter" idx="12"/>
          </p:nvPr>
        </p:nvSpPr>
        <p:spPr/>
        <p:txBody>
          <a:bodyPr/>
          <a:lstStyle>
            <a:lvl1pPr>
              <a:defRPr>
                <a:solidFill>
                  <a:schemeClr val="accent5"/>
                </a:solidFill>
              </a:defRPr>
            </a:lvl1pPr>
          </a:lstStyle>
          <a:p>
            <a:fld id="{8C6BC05E-DB9A-EB4A-A776-575FA40369A3}" type="slidenum">
              <a:rPr lang="nl-NL" smtClean="0"/>
              <a:pPr/>
              <a:t>‹#›</a:t>
            </a:fld>
            <a:endParaRPr lang="nl-NL"/>
          </a:p>
        </p:txBody>
      </p:sp>
    </p:spTree>
    <p:extLst>
      <p:ext uri="{BB962C8B-B14F-4D97-AF65-F5344CB8AC3E}">
        <p14:creationId xmlns:p14="http://schemas.microsoft.com/office/powerpoint/2010/main" val="352772255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Twee objecten">
    <p:bg>
      <p:bgRef idx="1001">
        <a:schemeClr val="bg1"/>
      </p:bgRef>
    </p:bg>
    <p:spTree>
      <p:nvGrpSpPr>
        <p:cNvPr id="1" name=""/>
        <p:cNvGrpSpPr/>
        <p:nvPr/>
      </p:nvGrpSpPr>
      <p:grpSpPr>
        <a:xfrm>
          <a:off x="0" y="0"/>
          <a:ext cx="0" cy="0"/>
          <a:chOff x="0" y="0"/>
          <a:chExt cx="0" cy="0"/>
        </a:xfrm>
      </p:grpSpPr>
      <p:sp>
        <p:nvSpPr>
          <p:cNvPr id="2" name="Titel 1"/>
          <p:cNvSpPr>
            <a:spLocks noGrp="1"/>
          </p:cNvSpPr>
          <p:nvPr>
            <p:ph type="title" hasCustomPrompt="1"/>
          </p:nvPr>
        </p:nvSpPr>
        <p:spPr/>
        <p:txBody>
          <a:bodyPr/>
          <a:lstStyle>
            <a:lvl1pPr>
              <a:defRPr>
                <a:solidFill>
                  <a:schemeClr val="accent5"/>
                </a:solidFill>
              </a:defRPr>
            </a:lvl1pPr>
          </a:lstStyle>
          <a:p>
            <a:r>
              <a:rPr lang="nl-NL" dirty="0"/>
              <a:t>Titel bewerken</a:t>
            </a:r>
          </a:p>
        </p:txBody>
      </p:sp>
      <p:sp>
        <p:nvSpPr>
          <p:cNvPr id="3" name="Tijdelijke aanduiding voor inhoud 2"/>
          <p:cNvSpPr>
            <a:spLocks noGrp="1"/>
          </p:cNvSpPr>
          <p:nvPr>
            <p:ph sz="half" idx="1" hasCustomPrompt="1"/>
          </p:nvPr>
        </p:nvSpPr>
        <p:spPr>
          <a:xfrm>
            <a:off x="657600" y="1296000"/>
            <a:ext cx="5352000" cy="4464000"/>
          </a:xfrm>
        </p:spPr>
        <p:txBody>
          <a:bodyPr/>
          <a:lstStyle>
            <a:lvl1pPr>
              <a:defRPr sz="2400"/>
            </a:lvl1pPr>
            <a:lvl2pPr>
              <a:defRPr sz="2400"/>
            </a:lvl2pPr>
            <a:lvl3pPr>
              <a:defRPr sz="2400"/>
            </a:lvl3pPr>
            <a:lvl4pPr>
              <a:defRPr sz="2400"/>
            </a:lvl4pPr>
            <a:lvl5pPr>
              <a:defRPr sz="2400"/>
            </a:lvl5pPr>
            <a:lvl6pPr>
              <a:defRPr sz="2400"/>
            </a:lvl6pPr>
            <a:lvl7pPr>
              <a:defRPr sz="2400"/>
            </a:lvl7pPr>
            <a:lvl8pPr>
              <a:defRPr sz="2400"/>
            </a:lvl8pPr>
            <a:lvl9pPr>
              <a:defRPr sz="2400"/>
            </a:lvl9pPr>
          </a:lstStyle>
          <a:p>
            <a:pPr lvl="0"/>
            <a:r>
              <a:rPr lang="nl-NL" dirty="0"/>
              <a:t>Klik om de tekst te bewerken</a:t>
            </a:r>
          </a:p>
          <a:p>
            <a:pPr lvl="1"/>
            <a:r>
              <a:rPr lang="nl-NL" dirty="0"/>
              <a:t>Tweede niveau tekst</a:t>
            </a:r>
          </a:p>
          <a:p>
            <a:pPr lvl="2"/>
            <a:r>
              <a:rPr lang="nl-NL" dirty="0"/>
              <a:t>Derde niveau tekst</a:t>
            </a:r>
          </a:p>
          <a:p>
            <a:pPr lvl="3"/>
            <a:r>
              <a:rPr lang="nl-NL" dirty="0"/>
              <a:t>Vierde niveau tekst</a:t>
            </a:r>
          </a:p>
          <a:p>
            <a:pPr lvl="4"/>
            <a:r>
              <a:rPr lang="nl-NL" dirty="0"/>
              <a:t>Vijfde niveau tekst</a:t>
            </a:r>
          </a:p>
        </p:txBody>
      </p:sp>
      <p:sp>
        <p:nvSpPr>
          <p:cNvPr id="4" name="Tijdelijke aanduiding voor inhoud 3"/>
          <p:cNvSpPr>
            <a:spLocks noGrp="1"/>
          </p:cNvSpPr>
          <p:nvPr>
            <p:ph sz="half" idx="2" hasCustomPrompt="1"/>
          </p:nvPr>
        </p:nvSpPr>
        <p:spPr>
          <a:xfrm>
            <a:off x="6197602" y="1295999"/>
            <a:ext cx="5353767" cy="4464000"/>
          </a:xfrm>
        </p:spPr>
        <p:txBody>
          <a:bodyPr/>
          <a:lstStyle>
            <a:lvl1pPr>
              <a:defRPr sz="2400"/>
            </a:lvl1pPr>
            <a:lvl2pPr>
              <a:defRPr sz="2400"/>
            </a:lvl2pPr>
            <a:lvl3pPr>
              <a:defRPr sz="2400"/>
            </a:lvl3pPr>
            <a:lvl4pPr>
              <a:defRPr sz="2400"/>
            </a:lvl4pPr>
            <a:lvl5pPr>
              <a:defRPr sz="2400"/>
            </a:lvl5pPr>
            <a:lvl6pPr>
              <a:defRPr sz="2400"/>
            </a:lvl6pPr>
            <a:lvl7pPr>
              <a:defRPr sz="2400"/>
            </a:lvl7pPr>
            <a:lvl8pPr>
              <a:defRPr sz="2400"/>
            </a:lvl8pPr>
            <a:lvl9pPr>
              <a:defRPr sz="2400"/>
            </a:lvl9pPr>
          </a:lstStyle>
          <a:p>
            <a:pPr lvl="0"/>
            <a:r>
              <a:rPr lang="nl-NL" dirty="0"/>
              <a:t>Klik om de tekst te bewerken</a:t>
            </a:r>
          </a:p>
          <a:p>
            <a:pPr lvl="1"/>
            <a:r>
              <a:rPr lang="nl-NL" dirty="0"/>
              <a:t>Tweede niveau tekst</a:t>
            </a:r>
          </a:p>
          <a:p>
            <a:pPr lvl="2"/>
            <a:r>
              <a:rPr lang="nl-NL" dirty="0"/>
              <a:t>Derde niveau tekst</a:t>
            </a:r>
          </a:p>
          <a:p>
            <a:pPr lvl="3"/>
            <a:r>
              <a:rPr lang="nl-NL" dirty="0"/>
              <a:t>Vierde niveau tekst</a:t>
            </a:r>
          </a:p>
          <a:p>
            <a:pPr lvl="4"/>
            <a:r>
              <a:rPr lang="nl-NL" dirty="0"/>
              <a:t>Vijfde niveau tekst</a:t>
            </a:r>
          </a:p>
        </p:txBody>
      </p:sp>
      <p:sp>
        <p:nvSpPr>
          <p:cNvPr id="5" name="Tijdelijke aanduiding voor datum 4"/>
          <p:cNvSpPr>
            <a:spLocks noGrp="1"/>
          </p:cNvSpPr>
          <p:nvPr>
            <p:ph type="dt" sz="half" idx="10"/>
          </p:nvPr>
        </p:nvSpPr>
        <p:spPr/>
        <p:txBody>
          <a:bodyPr/>
          <a:lstStyle/>
          <a:p>
            <a:fld id="{F10973AC-957D-C346-BA56-D82065FA2AEB}" type="datetimeFigureOut">
              <a:rPr lang="nl-NL" smtClean="0"/>
              <a:pPr/>
              <a:t>22-5-2022</a:t>
            </a:fld>
            <a:endParaRPr lang="nl-NL"/>
          </a:p>
        </p:txBody>
      </p:sp>
      <p:sp>
        <p:nvSpPr>
          <p:cNvPr id="6" name="Tijdelijke aanduiding voor voettekst 5"/>
          <p:cNvSpPr>
            <a:spLocks noGrp="1"/>
          </p:cNvSpPr>
          <p:nvPr>
            <p:ph type="ftr" sz="quarter" idx="11"/>
          </p:nvPr>
        </p:nvSpPr>
        <p:spPr/>
        <p:txBody>
          <a:bodyPr/>
          <a:lstStyle>
            <a:lvl1pPr>
              <a:defRPr>
                <a:solidFill>
                  <a:schemeClr val="accent5"/>
                </a:solidFill>
              </a:defRPr>
            </a:lvl1pPr>
          </a:lstStyle>
          <a:p>
            <a:endParaRPr lang="nl-NL"/>
          </a:p>
        </p:txBody>
      </p:sp>
      <p:sp>
        <p:nvSpPr>
          <p:cNvPr id="7" name="Tijdelijke aanduiding voor dianummer 6"/>
          <p:cNvSpPr>
            <a:spLocks noGrp="1"/>
          </p:cNvSpPr>
          <p:nvPr>
            <p:ph type="sldNum" sz="quarter" idx="12"/>
          </p:nvPr>
        </p:nvSpPr>
        <p:spPr>
          <a:xfrm>
            <a:off x="655367" y="6217571"/>
            <a:ext cx="432000" cy="240380"/>
          </a:xfrm>
        </p:spPr>
        <p:txBody>
          <a:bodyPr/>
          <a:lstStyle>
            <a:lvl1pPr>
              <a:defRPr>
                <a:solidFill>
                  <a:schemeClr val="accent5"/>
                </a:solidFill>
              </a:defRPr>
            </a:lvl1pPr>
          </a:lstStyle>
          <a:p>
            <a:fld id="{8C6BC05E-DB9A-EB4A-A776-575FA40369A3}" type="slidenum">
              <a:rPr lang="nl-NL" smtClean="0"/>
              <a:pPr/>
              <a:t>‹#›</a:t>
            </a:fld>
            <a:endParaRPr lang="nl-NL"/>
          </a:p>
        </p:txBody>
      </p:sp>
    </p:spTree>
    <p:extLst>
      <p:ext uri="{BB962C8B-B14F-4D97-AF65-F5344CB8AC3E}">
        <p14:creationId xmlns:p14="http://schemas.microsoft.com/office/powerpoint/2010/main" val="3072033612"/>
      </p:ext>
    </p:extLst>
  </p:cSld>
  <p:clrMapOvr>
    <a:overrideClrMapping bg1="lt1" tx1="dk1" bg2="lt2" tx2="dk2" accent1="accent1" accent2="accent2" accent3="accent3" accent4="accent4" accent5="accent5" accent6="accent6" hlink="hlink" folHlink="folHlink"/>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TxTwoObj" preserve="1">
  <p:cSld name="Vergelijking">
    <p:bg>
      <p:bgRef idx="1001">
        <a:schemeClr val="bg1"/>
      </p:bgRef>
    </p:bg>
    <p:spTree>
      <p:nvGrpSpPr>
        <p:cNvPr id="1" name=""/>
        <p:cNvGrpSpPr/>
        <p:nvPr/>
      </p:nvGrpSpPr>
      <p:grpSpPr>
        <a:xfrm>
          <a:off x="0" y="0"/>
          <a:ext cx="0" cy="0"/>
          <a:chOff x="0" y="0"/>
          <a:chExt cx="0" cy="0"/>
        </a:xfrm>
      </p:grpSpPr>
      <p:sp>
        <p:nvSpPr>
          <p:cNvPr id="2" name="Titel 1"/>
          <p:cNvSpPr>
            <a:spLocks noGrp="1"/>
          </p:cNvSpPr>
          <p:nvPr>
            <p:ph type="title" hasCustomPrompt="1"/>
          </p:nvPr>
        </p:nvSpPr>
        <p:spPr/>
        <p:txBody>
          <a:bodyPr/>
          <a:lstStyle>
            <a:lvl1pPr>
              <a:defRPr>
                <a:solidFill>
                  <a:schemeClr val="accent5"/>
                </a:solidFill>
              </a:defRPr>
            </a:lvl1pPr>
          </a:lstStyle>
          <a:p>
            <a:r>
              <a:rPr lang="nl-NL" dirty="0"/>
              <a:t>Titel bewerken</a:t>
            </a:r>
          </a:p>
        </p:txBody>
      </p:sp>
      <p:sp>
        <p:nvSpPr>
          <p:cNvPr id="3" name="Tijdelijke aanduiding voor tekst 2"/>
          <p:cNvSpPr>
            <a:spLocks noGrp="1"/>
          </p:cNvSpPr>
          <p:nvPr>
            <p:ph type="body" idx="1" hasCustomPrompt="1"/>
          </p:nvPr>
        </p:nvSpPr>
        <p:spPr>
          <a:xfrm>
            <a:off x="657600" y="1296000"/>
            <a:ext cx="5330565" cy="432000"/>
          </a:xfrm>
        </p:spPr>
        <p:txBody>
          <a:bodyPr anchor="t" anchorCtr="0"/>
          <a:lstStyle>
            <a:lvl1pPr marL="0" indent="0">
              <a:buNone/>
              <a:defRPr sz="2400" b="0" i="0">
                <a:latin typeface="Museo Sans 900"/>
                <a:cs typeface="Museo Sans 900"/>
              </a:defRPr>
            </a:lvl1pPr>
            <a:lvl2pPr marL="609585" indent="0">
              <a:buNone/>
              <a:defRPr sz="2667" b="1"/>
            </a:lvl2pPr>
            <a:lvl3pPr marL="1219170" indent="0">
              <a:buNone/>
              <a:defRPr sz="2400" b="1"/>
            </a:lvl3pPr>
            <a:lvl4pPr marL="1828754" indent="0">
              <a:buNone/>
              <a:defRPr sz="2133" b="1"/>
            </a:lvl4pPr>
            <a:lvl5pPr marL="2438339" indent="0">
              <a:buNone/>
              <a:defRPr sz="2133" b="1"/>
            </a:lvl5pPr>
            <a:lvl6pPr marL="3047924" indent="0">
              <a:buNone/>
              <a:defRPr sz="2133" b="1"/>
            </a:lvl6pPr>
            <a:lvl7pPr marL="3657509" indent="0">
              <a:buNone/>
              <a:defRPr sz="2133" b="1"/>
            </a:lvl7pPr>
            <a:lvl8pPr marL="4267093" indent="0">
              <a:buNone/>
              <a:defRPr sz="2133" b="1"/>
            </a:lvl8pPr>
            <a:lvl9pPr marL="4876678" indent="0">
              <a:buNone/>
              <a:defRPr sz="2133" b="1"/>
            </a:lvl9pPr>
          </a:lstStyle>
          <a:p>
            <a:pPr lvl="0"/>
            <a:r>
              <a:rPr lang="nl-NL" dirty="0"/>
              <a:t>Klik om de tekst te bewerken</a:t>
            </a:r>
          </a:p>
        </p:txBody>
      </p:sp>
      <p:sp>
        <p:nvSpPr>
          <p:cNvPr id="4" name="Tijdelijke aanduiding voor inhoud 3"/>
          <p:cNvSpPr>
            <a:spLocks noGrp="1"/>
          </p:cNvSpPr>
          <p:nvPr>
            <p:ph sz="half" idx="2" hasCustomPrompt="1"/>
          </p:nvPr>
        </p:nvSpPr>
        <p:spPr>
          <a:xfrm>
            <a:off x="655365" y="1728000"/>
            <a:ext cx="5332800" cy="4032000"/>
          </a:xfrm>
        </p:spPr>
        <p:txBody>
          <a:bodyPr/>
          <a:lstStyle>
            <a:lvl1pPr>
              <a:defRPr sz="2400"/>
            </a:lvl1pPr>
            <a:lvl2pPr>
              <a:defRPr sz="2400"/>
            </a:lvl2pPr>
            <a:lvl3pPr>
              <a:defRPr sz="2400"/>
            </a:lvl3pPr>
            <a:lvl4pPr>
              <a:defRPr sz="2400"/>
            </a:lvl4pPr>
            <a:lvl5pPr>
              <a:defRPr sz="2400"/>
            </a:lvl5pPr>
            <a:lvl6pPr>
              <a:defRPr sz="2133"/>
            </a:lvl6pPr>
            <a:lvl7pPr>
              <a:defRPr sz="2133"/>
            </a:lvl7pPr>
            <a:lvl8pPr>
              <a:defRPr sz="2133"/>
            </a:lvl8pPr>
            <a:lvl9pPr>
              <a:defRPr sz="2133"/>
            </a:lvl9pPr>
          </a:lstStyle>
          <a:p>
            <a:pPr lvl="0"/>
            <a:r>
              <a:rPr lang="nl-NL" dirty="0"/>
              <a:t>Klik om de tekst te bewerken</a:t>
            </a:r>
          </a:p>
          <a:p>
            <a:pPr lvl="1"/>
            <a:r>
              <a:rPr lang="nl-NL" dirty="0"/>
              <a:t>Tweede niveau tekst</a:t>
            </a:r>
          </a:p>
          <a:p>
            <a:pPr lvl="2"/>
            <a:r>
              <a:rPr lang="nl-NL" dirty="0"/>
              <a:t>Derde niveau tekst</a:t>
            </a:r>
          </a:p>
          <a:p>
            <a:pPr lvl="3"/>
            <a:r>
              <a:rPr lang="nl-NL" dirty="0"/>
              <a:t>Vierde niveau tekst</a:t>
            </a:r>
          </a:p>
          <a:p>
            <a:pPr lvl="4"/>
            <a:r>
              <a:rPr lang="nl-NL" dirty="0"/>
              <a:t>Vijfde niveau tekst</a:t>
            </a:r>
          </a:p>
        </p:txBody>
      </p:sp>
      <p:sp>
        <p:nvSpPr>
          <p:cNvPr id="5" name="Tijdelijke aanduiding voor tekst 4"/>
          <p:cNvSpPr>
            <a:spLocks noGrp="1"/>
          </p:cNvSpPr>
          <p:nvPr>
            <p:ph type="body" sz="quarter" idx="3" hasCustomPrompt="1"/>
          </p:nvPr>
        </p:nvSpPr>
        <p:spPr>
          <a:xfrm>
            <a:off x="6193368" y="1296000"/>
            <a:ext cx="5352000" cy="432000"/>
          </a:xfrm>
        </p:spPr>
        <p:txBody>
          <a:bodyPr anchor="t" anchorCtr="0"/>
          <a:lstStyle>
            <a:lvl1pPr marL="0" indent="0">
              <a:buNone/>
              <a:defRPr sz="2400" b="0" i="0">
                <a:latin typeface="Museo Sans 900"/>
                <a:cs typeface="Museo Sans 900"/>
              </a:defRPr>
            </a:lvl1pPr>
            <a:lvl2pPr marL="609585" indent="0">
              <a:buNone/>
              <a:defRPr sz="2667" b="1"/>
            </a:lvl2pPr>
            <a:lvl3pPr marL="1219170" indent="0">
              <a:buNone/>
              <a:defRPr sz="2400" b="1"/>
            </a:lvl3pPr>
            <a:lvl4pPr marL="1828754" indent="0">
              <a:buNone/>
              <a:defRPr sz="2133" b="1"/>
            </a:lvl4pPr>
            <a:lvl5pPr marL="2438339" indent="0">
              <a:buNone/>
              <a:defRPr sz="2133" b="1"/>
            </a:lvl5pPr>
            <a:lvl6pPr marL="3047924" indent="0">
              <a:buNone/>
              <a:defRPr sz="2133" b="1"/>
            </a:lvl6pPr>
            <a:lvl7pPr marL="3657509" indent="0">
              <a:buNone/>
              <a:defRPr sz="2133" b="1"/>
            </a:lvl7pPr>
            <a:lvl8pPr marL="4267093" indent="0">
              <a:buNone/>
              <a:defRPr sz="2133" b="1"/>
            </a:lvl8pPr>
            <a:lvl9pPr marL="4876678" indent="0">
              <a:buNone/>
              <a:defRPr sz="2133" b="1"/>
            </a:lvl9pPr>
          </a:lstStyle>
          <a:p>
            <a:pPr lvl="0"/>
            <a:r>
              <a:rPr lang="nl-NL" dirty="0"/>
              <a:t>Klik om de tekst te bewerken</a:t>
            </a:r>
          </a:p>
        </p:txBody>
      </p:sp>
      <p:sp>
        <p:nvSpPr>
          <p:cNvPr id="6" name="Tijdelijke aanduiding voor inhoud 5"/>
          <p:cNvSpPr>
            <a:spLocks noGrp="1"/>
          </p:cNvSpPr>
          <p:nvPr>
            <p:ph sz="quarter" idx="4" hasCustomPrompt="1"/>
          </p:nvPr>
        </p:nvSpPr>
        <p:spPr>
          <a:xfrm>
            <a:off x="6193367" y="1728000"/>
            <a:ext cx="5352000" cy="4032000"/>
          </a:xfrm>
        </p:spPr>
        <p:txBody>
          <a:bodyPr/>
          <a:lstStyle>
            <a:lvl1pPr>
              <a:defRPr sz="2400"/>
            </a:lvl1pPr>
            <a:lvl2pPr>
              <a:defRPr sz="2400"/>
            </a:lvl2pPr>
            <a:lvl3pPr>
              <a:defRPr sz="2400"/>
            </a:lvl3pPr>
            <a:lvl4pPr>
              <a:defRPr sz="2400"/>
            </a:lvl4pPr>
            <a:lvl5pPr>
              <a:defRPr sz="2400"/>
            </a:lvl5pPr>
            <a:lvl6pPr>
              <a:defRPr sz="2133"/>
            </a:lvl6pPr>
            <a:lvl7pPr>
              <a:defRPr sz="2133"/>
            </a:lvl7pPr>
            <a:lvl8pPr>
              <a:defRPr sz="2133"/>
            </a:lvl8pPr>
            <a:lvl9pPr>
              <a:defRPr sz="2133"/>
            </a:lvl9pPr>
          </a:lstStyle>
          <a:p>
            <a:pPr lvl="0"/>
            <a:r>
              <a:rPr lang="nl-NL" dirty="0"/>
              <a:t>Klik om de tekst te bewerken</a:t>
            </a:r>
          </a:p>
          <a:p>
            <a:pPr lvl="1"/>
            <a:r>
              <a:rPr lang="nl-NL" dirty="0"/>
              <a:t>Tweede niveau tekst</a:t>
            </a:r>
          </a:p>
          <a:p>
            <a:pPr lvl="2"/>
            <a:r>
              <a:rPr lang="nl-NL" dirty="0"/>
              <a:t>Derde niveau tekst</a:t>
            </a:r>
          </a:p>
          <a:p>
            <a:pPr lvl="3"/>
            <a:r>
              <a:rPr lang="nl-NL" dirty="0"/>
              <a:t>Vierde niveau tekst</a:t>
            </a:r>
          </a:p>
          <a:p>
            <a:pPr lvl="4"/>
            <a:r>
              <a:rPr lang="nl-NL" dirty="0"/>
              <a:t>Vijfde niveau tekst</a:t>
            </a:r>
          </a:p>
        </p:txBody>
      </p:sp>
      <p:sp>
        <p:nvSpPr>
          <p:cNvPr id="7" name="Tijdelijke aanduiding voor datum 6"/>
          <p:cNvSpPr>
            <a:spLocks noGrp="1"/>
          </p:cNvSpPr>
          <p:nvPr>
            <p:ph type="dt" sz="half" idx="10"/>
          </p:nvPr>
        </p:nvSpPr>
        <p:spPr/>
        <p:txBody>
          <a:bodyPr/>
          <a:lstStyle/>
          <a:p>
            <a:fld id="{F10973AC-957D-C346-BA56-D82065FA2AEB}" type="datetimeFigureOut">
              <a:rPr lang="nl-NL" smtClean="0"/>
              <a:pPr/>
              <a:t>22-5-2022</a:t>
            </a:fld>
            <a:endParaRPr lang="nl-NL"/>
          </a:p>
        </p:txBody>
      </p:sp>
      <p:sp>
        <p:nvSpPr>
          <p:cNvPr id="8" name="Tijdelijke aanduiding voor voettekst 7"/>
          <p:cNvSpPr>
            <a:spLocks noGrp="1"/>
          </p:cNvSpPr>
          <p:nvPr>
            <p:ph type="ftr" sz="quarter" idx="11"/>
          </p:nvPr>
        </p:nvSpPr>
        <p:spPr/>
        <p:txBody>
          <a:bodyPr/>
          <a:lstStyle>
            <a:lvl1pPr>
              <a:defRPr>
                <a:solidFill>
                  <a:schemeClr val="accent5"/>
                </a:solidFill>
              </a:defRPr>
            </a:lvl1pPr>
          </a:lstStyle>
          <a:p>
            <a:endParaRPr lang="nl-NL"/>
          </a:p>
        </p:txBody>
      </p:sp>
      <p:sp>
        <p:nvSpPr>
          <p:cNvPr id="9" name="Tijdelijke aanduiding voor dianummer 8"/>
          <p:cNvSpPr>
            <a:spLocks noGrp="1"/>
          </p:cNvSpPr>
          <p:nvPr>
            <p:ph type="sldNum" sz="quarter" idx="12"/>
          </p:nvPr>
        </p:nvSpPr>
        <p:spPr/>
        <p:txBody>
          <a:bodyPr/>
          <a:lstStyle>
            <a:lvl1pPr>
              <a:defRPr>
                <a:solidFill>
                  <a:schemeClr val="accent5"/>
                </a:solidFill>
              </a:defRPr>
            </a:lvl1pPr>
          </a:lstStyle>
          <a:p>
            <a:fld id="{8C6BC05E-DB9A-EB4A-A776-575FA40369A3}" type="slidenum">
              <a:rPr lang="nl-NL" smtClean="0"/>
              <a:pPr/>
              <a:t>‹#›</a:t>
            </a:fld>
            <a:endParaRPr lang="nl-NL"/>
          </a:p>
        </p:txBody>
      </p:sp>
    </p:spTree>
    <p:extLst>
      <p:ext uri="{BB962C8B-B14F-4D97-AF65-F5344CB8AC3E}">
        <p14:creationId xmlns:p14="http://schemas.microsoft.com/office/powerpoint/2010/main" val="448301719"/>
      </p:ext>
    </p:extLst>
  </p:cSld>
  <p:clrMapOvr>
    <a:overrideClrMapping bg1="lt1" tx1="dk1" bg2="lt2" tx2="dk2" accent1="accent1" accent2="accent2" accent3="accent3" accent4="accent4" accent5="accent5" accent6="accent6" hlink="hlink" folHlink="folHlink"/>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ekst en afbeelding">
    <p:bg>
      <p:bgRef idx="1001">
        <a:schemeClr val="bg1"/>
      </p:bgRef>
    </p:bg>
    <p:spTree>
      <p:nvGrpSpPr>
        <p:cNvPr id="1" name=""/>
        <p:cNvGrpSpPr/>
        <p:nvPr/>
      </p:nvGrpSpPr>
      <p:grpSpPr>
        <a:xfrm>
          <a:off x="0" y="0"/>
          <a:ext cx="0" cy="0"/>
          <a:chOff x="0" y="0"/>
          <a:chExt cx="0" cy="0"/>
        </a:xfrm>
      </p:grpSpPr>
      <p:sp>
        <p:nvSpPr>
          <p:cNvPr id="2" name="Titel 1"/>
          <p:cNvSpPr>
            <a:spLocks noGrp="1"/>
          </p:cNvSpPr>
          <p:nvPr>
            <p:ph type="title" hasCustomPrompt="1"/>
          </p:nvPr>
        </p:nvSpPr>
        <p:spPr>
          <a:xfrm>
            <a:off x="655369" y="528000"/>
            <a:ext cx="5332799" cy="768000"/>
          </a:xfrm>
        </p:spPr>
        <p:txBody>
          <a:bodyPr/>
          <a:lstStyle>
            <a:lvl1pPr>
              <a:defRPr>
                <a:solidFill>
                  <a:schemeClr val="accent5"/>
                </a:solidFill>
              </a:defRPr>
            </a:lvl1pPr>
          </a:lstStyle>
          <a:p>
            <a:r>
              <a:rPr lang="nl-NL" dirty="0"/>
              <a:t>Titel bewerken</a:t>
            </a:r>
          </a:p>
        </p:txBody>
      </p:sp>
      <p:sp>
        <p:nvSpPr>
          <p:cNvPr id="3" name="Tijdelijke aanduiding voor tekst 2"/>
          <p:cNvSpPr>
            <a:spLocks noGrp="1"/>
          </p:cNvSpPr>
          <p:nvPr>
            <p:ph type="body" idx="1" hasCustomPrompt="1"/>
          </p:nvPr>
        </p:nvSpPr>
        <p:spPr>
          <a:xfrm>
            <a:off x="657600" y="1296000"/>
            <a:ext cx="5330565" cy="432000"/>
          </a:xfrm>
        </p:spPr>
        <p:txBody>
          <a:bodyPr anchor="t" anchorCtr="0"/>
          <a:lstStyle>
            <a:lvl1pPr marL="0" indent="0">
              <a:buNone/>
              <a:defRPr sz="2400" b="0" i="0">
                <a:latin typeface="Museo Sans 900"/>
                <a:cs typeface="Museo Sans 900"/>
              </a:defRPr>
            </a:lvl1pPr>
            <a:lvl2pPr marL="609585" indent="0">
              <a:buNone/>
              <a:defRPr sz="2667" b="1"/>
            </a:lvl2pPr>
            <a:lvl3pPr marL="1219170" indent="0">
              <a:buNone/>
              <a:defRPr sz="2400" b="1"/>
            </a:lvl3pPr>
            <a:lvl4pPr marL="1828754" indent="0">
              <a:buNone/>
              <a:defRPr sz="2133" b="1"/>
            </a:lvl4pPr>
            <a:lvl5pPr marL="2438339" indent="0">
              <a:buNone/>
              <a:defRPr sz="2133" b="1"/>
            </a:lvl5pPr>
            <a:lvl6pPr marL="3047924" indent="0">
              <a:buNone/>
              <a:defRPr sz="2133" b="1"/>
            </a:lvl6pPr>
            <a:lvl7pPr marL="3657509" indent="0">
              <a:buNone/>
              <a:defRPr sz="2133" b="1"/>
            </a:lvl7pPr>
            <a:lvl8pPr marL="4267093" indent="0">
              <a:buNone/>
              <a:defRPr sz="2133" b="1"/>
            </a:lvl8pPr>
            <a:lvl9pPr marL="4876678" indent="0">
              <a:buNone/>
              <a:defRPr sz="2133" b="1"/>
            </a:lvl9pPr>
          </a:lstStyle>
          <a:p>
            <a:pPr lvl="0"/>
            <a:r>
              <a:rPr lang="nl-NL" dirty="0"/>
              <a:t>Klik om de tekst te bewerken</a:t>
            </a:r>
          </a:p>
        </p:txBody>
      </p:sp>
      <p:sp>
        <p:nvSpPr>
          <p:cNvPr id="4" name="Tijdelijke aanduiding voor inhoud 3"/>
          <p:cNvSpPr>
            <a:spLocks noGrp="1"/>
          </p:cNvSpPr>
          <p:nvPr>
            <p:ph sz="half" idx="2" hasCustomPrompt="1"/>
          </p:nvPr>
        </p:nvSpPr>
        <p:spPr>
          <a:xfrm>
            <a:off x="655365" y="1728000"/>
            <a:ext cx="5332800" cy="4032000"/>
          </a:xfrm>
        </p:spPr>
        <p:txBody>
          <a:bodyPr/>
          <a:lstStyle>
            <a:lvl1pPr>
              <a:defRPr sz="2400"/>
            </a:lvl1pPr>
            <a:lvl2pPr>
              <a:defRPr sz="2400"/>
            </a:lvl2pPr>
            <a:lvl3pPr>
              <a:defRPr sz="2400"/>
            </a:lvl3pPr>
            <a:lvl4pPr>
              <a:defRPr sz="2400"/>
            </a:lvl4pPr>
            <a:lvl5pPr>
              <a:defRPr sz="2400"/>
            </a:lvl5pPr>
            <a:lvl6pPr>
              <a:defRPr sz="2133"/>
            </a:lvl6pPr>
            <a:lvl7pPr>
              <a:defRPr sz="2133"/>
            </a:lvl7pPr>
            <a:lvl8pPr>
              <a:defRPr sz="2133"/>
            </a:lvl8pPr>
            <a:lvl9pPr>
              <a:defRPr sz="2133"/>
            </a:lvl9pPr>
          </a:lstStyle>
          <a:p>
            <a:pPr lvl="0"/>
            <a:r>
              <a:rPr lang="nl-NL" dirty="0"/>
              <a:t>Klik om de tekst te bewerken</a:t>
            </a:r>
          </a:p>
          <a:p>
            <a:pPr lvl="1"/>
            <a:r>
              <a:rPr lang="nl-NL" dirty="0"/>
              <a:t>Tweede niveau tekst</a:t>
            </a:r>
          </a:p>
          <a:p>
            <a:pPr lvl="2"/>
            <a:r>
              <a:rPr lang="nl-NL" dirty="0"/>
              <a:t>Derde niveau tekst</a:t>
            </a:r>
          </a:p>
          <a:p>
            <a:pPr lvl="3"/>
            <a:r>
              <a:rPr lang="nl-NL" dirty="0"/>
              <a:t>Vierde niveau tekst</a:t>
            </a:r>
          </a:p>
          <a:p>
            <a:pPr lvl="4"/>
            <a:r>
              <a:rPr lang="nl-NL" dirty="0"/>
              <a:t>Vijfde niveau tekst</a:t>
            </a:r>
          </a:p>
        </p:txBody>
      </p:sp>
      <p:sp>
        <p:nvSpPr>
          <p:cNvPr id="7" name="Tijdelijke aanduiding voor datum 6"/>
          <p:cNvSpPr>
            <a:spLocks noGrp="1"/>
          </p:cNvSpPr>
          <p:nvPr>
            <p:ph type="dt" sz="half" idx="10"/>
          </p:nvPr>
        </p:nvSpPr>
        <p:spPr/>
        <p:txBody>
          <a:bodyPr/>
          <a:lstStyle/>
          <a:p>
            <a:fld id="{F10973AC-957D-C346-BA56-D82065FA2AEB}" type="datetimeFigureOut">
              <a:rPr lang="nl-NL" smtClean="0"/>
              <a:pPr/>
              <a:t>22-5-2022</a:t>
            </a:fld>
            <a:endParaRPr lang="nl-NL"/>
          </a:p>
        </p:txBody>
      </p:sp>
      <p:sp>
        <p:nvSpPr>
          <p:cNvPr id="8" name="Tijdelijke aanduiding voor voettekst 7"/>
          <p:cNvSpPr>
            <a:spLocks noGrp="1"/>
          </p:cNvSpPr>
          <p:nvPr>
            <p:ph type="ftr" sz="quarter" idx="11"/>
          </p:nvPr>
        </p:nvSpPr>
        <p:spPr/>
        <p:txBody>
          <a:bodyPr/>
          <a:lstStyle>
            <a:lvl1pPr>
              <a:defRPr>
                <a:solidFill>
                  <a:schemeClr val="accent5"/>
                </a:solidFill>
              </a:defRPr>
            </a:lvl1pPr>
          </a:lstStyle>
          <a:p>
            <a:endParaRPr lang="nl-NL"/>
          </a:p>
        </p:txBody>
      </p:sp>
      <p:sp>
        <p:nvSpPr>
          <p:cNvPr id="9" name="Tijdelijke aanduiding voor dianummer 8"/>
          <p:cNvSpPr>
            <a:spLocks noGrp="1"/>
          </p:cNvSpPr>
          <p:nvPr>
            <p:ph type="sldNum" sz="quarter" idx="12"/>
          </p:nvPr>
        </p:nvSpPr>
        <p:spPr/>
        <p:txBody>
          <a:bodyPr/>
          <a:lstStyle>
            <a:lvl1pPr>
              <a:defRPr>
                <a:solidFill>
                  <a:schemeClr val="accent5"/>
                </a:solidFill>
              </a:defRPr>
            </a:lvl1pPr>
          </a:lstStyle>
          <a:p>
            <a:fld id="{8C6BC05E-DB9A-EB4A-A776-575FA40369A3}" type="slidenum">
              <a:rPr lang="nl-NL" smtClean="0"/>
              <a:pPr/>
              <a:t>‹#›</a:t>
            </a:fld>
            <a:endParaRPr lang="nl-NL"/>
          </a:p>
        </p:txBody>
      </p:sp>
      <p:sp>
        <p:nvSpPr>
          <p:cNvPr id="10" name="Tijdelijke aanduiding voor afbeelding 2"/>
          <p:cNvSpPr>
            <a:spLocks noGrp="1"/>
          </p:cNvSpPr>
          <p:nvPr>
            <p:ph type="pic" idx="13" hasCustomPrompt="1"/>
          </p:nvPr>
        </p:nvSpPr>
        <p:spPr>
          <a:xfrm>
            <a:off x="6191999" y="528000"/>
            <a:ext cx="5352000" cy="5088000"/>
          </a:xfrm>
          <a:solidFill>
            <a:schemeClr val="bg1">
              <a:lumMod val="85000"/>
            </a:schemeClr>
          </a:solidFill>
        </p:spPr>
        <p:txBody>
          <a:bodyPr tIns="180000"/>
          <a:lstStyle>
            <a:lvl1pPr marL="0" indent="0" algn="ctr">
              <a:buNone/>
              <a:defRPr sz="2133" baseline="0">
                <a:solidFill>
                  <a:schemeClr val="bg1">
                    <a:lumMod val="50000"/>
                  </a:schemeClr>
                </a:solidFill>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nl-NL"/>
              <a:t>Klik op het icoon om een foto</a:t>
            </a:r>
            <a:br>
              <a:rPr lang="nl-NL"/>
            </a:br>
            <a:r>
              <a:rPr lang="nl-NL"/>
              <a:t>toe te voegen</a:t>
            </a:r>
          </a:p>
        </p:txBody>
      </p:sp>
    </p:spTree>
    <p:extLst>
      <p:ext uri="{BB962C8B-B14F-4D97-AF65-F5344CB8AC3E}">
        <p14:creationId xmlns:p14="http://schemas.microsoft.com/office/powerpoint/2010/main" val="234250470"/>
      </p:ext>
    </p:extLst>
  </p:cSld>
  <p:clrMapOvr>
    <a:overrideClrMapping bg1="lt1" tx1="dk1" bg2="lt2" tx2="dk2" accent1="accent1" accent2="accent2" accent3="accent3" accent4="accent4" accent5="accent5" accent6="accent6" hlink="hlink" folHlink="folHlink"/>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ekst en 2 afbeeldingen">
    <p:bg>
      <p:bgRef idx="1001">
        <a:schemeClr val="bg1"/>
      </p:bgRef>
    </p:bg>
    <p:spTree>
      <p:nvGrpSpPr>
        <p:cNvPr id="1" name=""/>
        <p:cNvGrpSpPr/>
        <p:nvPr/>
      </p:nvGrpSpPr>
      <p:grpSpPr>
        <a:xfrm>
          <a:off x="0" y="0"/>
          <a:ext cx="0" cy="0"/>
          <a:chOff x="0" y="0"/>
          <a:chExt cx="0" cy="0"/>
        </a:xfrm>
      </p:grpSpPr>
      <p:sp>
        <p:nvSpPr>
          <p:cNvPr id="2" name="Titel 1"/>
          <p:cNvSpPr>
            <a:spLocks noGrp="1"/>
          </p:cNvSpPr>
          <p:nvPr>
            <p:ph type="title" hasCustomPrompt="1"/>
          </p:nvPr>
        </p:nvSpPr>
        <p:spPr>
          <a:xfrm>
            <a:off x="655369" y="528000"/>
            <a:ext cx="5332799" cy="768000"/>
          </a:xfrm>
        </p:spPr>
        <p:txBody>
          <a:bodyPr/>
          <a:lstStyle>
            <a:lvl1pPr>
              <a:defRPr>
                <a:solidFill>
                  <a:schemeClr val="accent5"/>
                </a:solidFill>
              </a:defRPr>
            </a:lvl1pPr>
          </a:lstStyle>
          <a:p>
            <a:r>
              <a:rPr lang="nl-NL" dirty="0"/>
              <a:t>Titel bewerken</a:t>
            </a:r>
          </a:p>
        </p:txBody>
      </p:sp>
      <p:sp>
        <p:nvSpPr>
          <p:cNvPr id="3" name="Tijdelijke aanduiding voor tekst 2"/>
          <p:cNvSpPr>
            <a:spLocks noGrp="1"/>
          </p:cNvSpPr>
          <p:nvPr>
            <p:ph type="body" idx="1" hasCustomPrompt="1"/>
          </p:nvPr>
        </p:nvSpPr>
        <p:spPr>
          <a:xfrm>
            <a:off x="655365" y="1296000"/>
            <a:ext cx="5332800" cy="432000"/>
          </a:xfrm>
        </p:spPr>
        <p:txBody>
          <a:bodyPr anchor="t" anchorCtr="0"/>
          <a:lstStyle>
            <a:lvl1pPr marL="0" indent="0">
              <a:buNone/>
              <a:defRPr sz="2400" b="0" i="0">
                <a:solidFill>
                  <a:schemeClr val="tx1"/>
                </a:solidFill>
                <a:latin typeface="Museo Sans 900"/>
                <a:cs typeface="Museo Sans 900"/>
              </a:defRPr>
            </a:lvl1pPr>
            <a:lvl2pPr marL="609585" indent="0">
              <a:buNone/>
              <a:defRPr sz="2667" b="1"/>
            </a:lvl2pPr>
            <a:lvl3pPr marL="1219170" indent="0">
              <a:buNone/>
              <a:defRPr sz="2400" b="1"/>
            </a:lvl3pPr>
            <a:lvl4pPr marL="1828754" indent="0">
              <a:buNone/>
              <a:defRPr sz="2133" b="1"/>
            </a:lvl4pPr>
            <a:lvl5pPr marL="2438339" indent="0">
              <a:buNone/>
              <a:defRPr sz="2133" b="1"/>
            </a:lvl5pPr>
            <a:lvl6pPr marL="3047924" indent="0">
              <a:buNone/>
              <a:defRPr sz="2133" b="1"/>
            </a:lvl6pPr>
            <a:lvl7pPr marL="3657509" indent="0">
              <a:buNone/>
              <a:defRPr sz="2133" b="1"/>
            </a:lvl7pPr>
            <a:lvl8pPr marL="4267093" indent="0">
              <a:buNone/>
              <a:defRPr sz="2133" b="1"/>
            </a:lvl8pPr>
            <a:lvl9pPr marL="4876678" indent="0">
              <a:buNone/>
              <a:defRPr sz="2133" b="1"/>
            </a:lvl9pPr>
          </a:lstStyle>
          <a:p>
            <a:pPr lvl="0"/>
            <a:r>
              <a:rPr lang="nl-NL" dirty="0"/>
              <a:t>Klik om de tekst te bewerken</a:t>
            </a:r>
          </a:p>
        </p:txBody>
      </p:sp>
      <p:sp>
        <p:nvSpPr>
          <p:cNvPr id="4" name="Tijdelijke aanduiding voor inhoud 3"/>
          <p:cNvSpPr>
            <a:spLocks noGrp="1"/>
          </p:cNvSpPr>
          <p:nvPr>
            <p:ph sz="half" idx="2" hasCustomPrompt="1"/>
          </p:nvPr>
        </p:nvSpPr>
        <p:spPr>
          <a:xfrm>
            <a:off x="655365" y="1728000"/>
            <a:ext cx="5332800" cy="4032000"/>
          </a:xfrm>
        </p:spPr>
        <p:txBody>
          <a:bodyPr/>
          <a:lstStyle>
            <a:lvl1pPr>
              <a:defRPr sz="2400"/>
            </a:lvl1pPr>
            <a:lvl2pPr>
              <a:defRPr sz="2400"/>
            </a:lvl2pPr>
            <a:lvl3pPr>
              <a:defRPr sz="2400"/>
            </a:lvl3pPr>
            <a:lvl4pPr>
              <a:defRPr sz="2400"/>
            </a:lvl4pPr>
            <a:lvl5pPr>
              <a:defRPr sz="2400"/>
            </a:lvl5pPr>
            <a:lvl6pPr>
              <a:defRPr sz="2133"/>
            </a:lvl6pPr>
            <a:lvl7pPr>
              <a:defRPr sz="2133"/>
            </a:lvl7pPr>
            <a:lvl8pPr>
              <a:defRPr sz="2133"/>
            </a:lvl8pPr>
            <a:lvl9pPr>
              <a:defRPr sz="2133"/>
            </a:lvl9pPr>
          </a:lstStyle>
          <a:p>
            <a:pPr lvl="0"/>
            <a:r>
              <a:rPr lang="nl-NL" dirty="0"/>
              <a:t>Klik om de tekst te bewerken</a:t>
            </a:r>
          </a:p>
          <a:p>
            <a:pPr lvl="1"/>
            <a:r>
              <a:rPr lang="nl-NL" dirty="0"/>
              <a:t>Tweede niveau tekst</a:t>
            </a:r>
          </a:p>
          <a:p>
            <a:pPr lvl="2"/>
            <a:r>
              <a:rPr lang="nl-NL" dirty="0"/>
              <a:t>Derde niveau tekst</a:t>
            </a:r>
          </a:p>
          <a:p>
            <a:pPr lvl="3"/>
            <a:r>
              <a:rPr lang="nl-NL" dirty="0"/>
              <a:t>Vierde niveau tekst</a:t>
            </a:r>
          </a:p>
          <a:p>
            <a:pPr lvl="4"/>
            <a:r>
              <a:rPr lang="nl-NL" dirty="0"/>
              <a:t>Vijfde niveau tekst</a:t>
            </a:r>
          </a:p>
        </p:txBody>
      </p:sp>
      <p:sp>
        <p:nvSpPr>
          <p:cNvPr id="7" name="Tijdelijke aanduiding voor datum 6"/>
          <p:cNvSpPr>
            <a:spLocks noGrp="1"/>
          </p:cNvSpPr>
          <p:nvPr>
            <p:ph type="dt" sz="half" idx="10"/>
          </p:nvPr>
        </p:nvSpPr>
        <p:spPr/>
        <p:txBody>
          <a:bodyPr/>
          <a:lstStyle/>
          <a:p>
            <a:fld id="{F10973AC-957D-C346-BA56-D82065FA2AEB}" type="datetimeFigureOut">
              <a:rPr lang="nl-NL" smtClean="0"/>
              <a:pPr/>
              <a:t>22-5-2022</a:t>
            </a:fld>
            <a:endParaRPr lang="nl-NL"/>
          </a:p>
        </p:txBody>
      </p:sp>
      <p:sp>
        <p:nvSpPr>
          <p:cNvPr id="8" name="Tijdelijke aanduiding voor voettekst 7"/>
          <p:cNvSpPr>
            <a:spLocks noGrp="1"/>
          </p:cNvSpPr>
          <p:nvPr>
            <p:ph type="ftr" sz="quarter" idx="11"/>
          </p:nvPr>
        </p:nvSpPr>
        <p:spPr/>
        <p:txBody>
          <a:bodyPr/>
          <a:lstStyle>
            <a:lvl1pPr>
              <a:defRPr>
                <a:solidFill>
                  <a:schemeClr val="accent5"/>
                </a:solidFill>
              </a:defRPr>
            </a:lvl1pPr>
          </a:lstStyle>
          <a:p>
            <a:endParaRPr lang="nl-NL"/>
          </a:p>
        </p:txBody>
      </p:sp>
      <p:sp>
        <p:nvSpPr>
          <p:cNvPr id="9" name="Tijdelijke aanduiding voor dianummer 8"/>
          <p:cNvSpPr>
            <a:spLocks noGrp="1"/>
          </p:cNvSpPr>
          <p:nvPr>
            <p:ph type="sldNum" sz="quarter" idx="12"/>
          </p:nvPr>
        </p:nvSpPr>
        <p:spPr/>
        <p:txBody>
          <a:bodyPr/>
          <a:lstStyle>
            <a:lvl1pPr>
              <a:defRPr>
                <a:solidFill>
                  <a:schemeClr val="accent5"/>
                </a:solidFill>
              </a:defRPr>
            </a:lvl1pPr>
          </a:lstStyle>
          <a:p>
            <a:fld id="{8C6BC05E-DB9A-EB4A-A776-575FA40369A3}" type="slidenum">
              <a:rPr lang="nl-NL" smtClean="0"/>
              <a:pPr/>
              <a:t>‹#›</a:t>
            </a:fld>
            <a:endParaRPr lang="nl-NL"/>
          </a:p>
        </p:txBody>
      </p:sp>
      <p:sp>
        <p:nvSpPr>
          <p:cNvPr id="10" name="Tijdelijke aanduiding voor afbeelding 2"/>
          <p:cNvSpPr>
            <a:spLocks noGrp="1"/>
          </p:cNvSpPr>
          <p:nvPr>
            <p:ph type="pic" idx="13" hasCustomPrompt="1"/>
          </p:nvPr>
        </p:nvSpPr>
        <p:spPr>
          <a:xfrm>
            <a:off x="6191999" y="528000"/>
            <a:ext cx="5352000" cy="2448000"/>
          </a:xfrm>
          <a:solidFill>
            <a:schemeClr val="bg1">
              <a:lumMod val="85000"/>
            </a:schemeClr>
          </a:solidFill>
        </p:spPr>
        <p:txBody>
          <a:bodyPr tIns="180000"/>
          <a:lstStyle>
            <a:lvl1pPr marL="0" indent="0" algn="ctr">
              <a:buNone/>
              <a:defRPr sz="2133" baseline="0">
                <a:solidFill>
                  <a:schemeClr val="bg1">
                    <a:lumMod val="50000"/>
                  </a:schemeClr>
                </a:solidFill>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nl-NL"/>
              <a:t>Klik op het icoon om een foto</a:t>
            </a:r>
            <a:br>
              <a:rPr lang="nl-NL"/>
            </a:br>
            <a:r>
              <a:rPr lang="nl-NL"/>
              <a:t>toe te voegen</a:t>
            </a:r>
          </a:p>
          <a:p>
            <a:endParaRPr lang="nl-NL"/>
          </a:p>
        </p:txBody>
      </p:sp>
      <p:sp>
        <p:nvSpPr>
          <p:cNvPr id="11" name="Tijdelijke aanduiding voor afbeelding 2"/>
          <p:cNvSpPr>
            <a:spLocks noGrp="1"/>
          </p:cNvSpPr>
          <p:nvPr>
            <p:ph type="pic" idx="14" hasCustomPrompt="1"/>
          </p:nvPr>
        </p:nvSpPr>
        <p:spPr>
          <a:xfrm>
            <a:off x="6191999" y="3168000"/>
            <a:ext cx="5352000" cy="2448000"/>
          </a:xfrm>
          <a:solidFill>
            <a:schemeClr val="bg1">
              <a:lumMod val="85000"/>
            </a:schemeClr>
          </a:solidFill>
        </p:spPr>
        <p:txBody>
          <a:bodyPr tIns="180000"/>
          <a:lstStyle>
            <a:lvl1pPr marL="0" indent="0" algn="ctr">
              <a:buNone/>
              <a:defRPr sz="2133">
                <a:solidFill>
                  <a:schemeClr val="bg1">
                    <a:lumMod val="50000"/>
                  </a:schemeClr>
                </a:solidFill>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nl-NL"/>
              <a:t>Klik op het icoon om een foto</a:t>
            </a:r>
            <a:br>
              <a:rPr lang="nl-NL"/>
            </a:br>
            <a:r>
              <a:rPr lang="nl-NL"/>
              <a:t>toe te voegen</a:t>
            </a:r>
          </a:p>
        </p:txBody>
      </p:sp>
    </p:spTree>
    <p:extLst>
      <p:ext uri="{BB962C8B-B14F-4D97-AF65-F5344CB8AC3E}">
        <p14:creationId xmlns:p14="http://schemas.microsoft.com/office/powerpoint/2010/main" val="1139745269"/>
      </p:ext>
    </p:extLst>
  </p:cSld>
  <p:clrMapOvr>
    <a:overrideClrMapping bg1="lt1" tx1="dk1" bg2="lt2" tx2="dk2" accent1="accent1" accent2="accent2" accent3="accent3" accent4="accent4" accent5="accent5" accent6="accent6" hlink="hlink" folHlink="folHlink"/>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itleOnly" preserve="1">
  <p:cSld name="Alleen titel">
    <p:spTree>
      <p:nvGrpSpPr>
        <p:cNvPr id="1" name=""/>
        <p:cNvGrpSpPr/>
        <p:nvPr/>
      </p:nvGrpSpPr>
      <p:grpSpPr>
        <a:xfrm>
          <a:off x="0" y="0"/>
          <a:ext cx="0" cy="0"/>
          <a:chOff x="0" y="0"/>
          <a:chExt cx="0" cy="0"/>
        </a:xfrm>
      </p:grpSpPr>
      <p:sp>
        <p:nvSpPr>
          <p:cNvPr id="2" name="Titel 1"/>
          <p:cNvSpPr>
            <a:spLocks noGrp="1"/>
          </p:cNvSpPr>
          <p:nvPr>
            <p:ph type="title" hasCustomPrompt="1"/>
          </p:nvPr>
        </p:nvSpPr>
        <p:spPr/>
        <p:txBody>
          <a:bodyPr/>
          <a:lstStyle>
            <a:lvl1pPr>
              <a:defRPr>
                <a:solidFill>
                  <a:schemeClr val="accent5"/>
                </a:solidFill>
              </a:defRPr>
            </a:lvl1pPr>
          </a:lstStyle>
          <a:p>
            <a:r>
              <a:rPr lang="nl-NL" dirty="0"/>
              <a:t>Titel bewerken</a:t>
            </a:r>
          </a:p>
        </p:txBody>
      </p:sp>
      <p:sp>
        <p:nvSpPr>
          <p:cNvPr id="3" name="Tijdelijke aanduiding voor datum 2"/>
          <p:cNvSpPr>
            <a:spLocks noGrp="1"/>
          </p:cNvSpPr>
          <p:nvPr>
            <p:ph type="dt" sz="half" idx="10"/>
          </p:nvPr>
        </p:nvSpPr>
        <p:spPr/>
        <p:txBody>
          <a:bodyPr/>
          <a:lstStyle/>
          <a:p>
            <a:fld id="{F10973AC-957D-C346-BA56-D82065FA2AEB}" type="datetimeFigureOut">
              <a:rPr lang="nl-NL" smtClean="0"/>
              <a:pPr/>
              <a:t>22-5-2022</a:t>
            </a:fld>
            <a:endParaRPr lang="nl-NL"/>
          </a:p>
        </p:txBody>
      </p:sp>
      <p:sp>
        <p:nvSpPr>
          <p:cNvPr id="4" name="Tijdelijke aanduiding voor voettekst 3"/>
          <p:cNvSpPr>
            <a:spLocks noGrp="1"/>
          </p:cNvSpPr>
          <p:nvPr>
            <p:ph type="ftr" sz="quarter" idx="11"/>
          </p:nvPr>
        </p:nvSpPr>
        <p:spPr/>
        <p:txBody>
          <a:bodyPr/>
          <a:lstStyle>
            <a:lvl1pPr>
              <a:defRPr>
                <a:solidFill>
                  <a:schemeClr val="accent5"/>
                </a:solidFill>
              </a:defRPr>
            </a:lvl1pPr>
          </a:lstStyle>
          <a:p>
            <a:endParaRPr lang="nl-NL"/>
          </a:p>
        </p:txBody>
      </p:sp>
      <p:sp>
        <p:nvSpPr>
          <p:cNvPr id="5" name="Tijdelijke aanduiding voor dianummer 4"/>
          <p:cNvSpPr>
            <a:spLocks noGrp="1"/>
          </p:cNvSpPr>
          <p:nvPr>
            <p:ph type="sldNum" sz="quarter" idx="12"/>
          </p:nvPr>
        </p:nvSpPr>
        <p:spPr/>
        <p:txBody>
          <a:bodyPr/>
          <a:lstStyle>
            <a:lvl1pPr>
              <a:defRPr>
                <a:solidFill>
                  <a:schemeClr val="accent5"/>
                </a:solidFill>
              </a:defRPr>
            </a:lvl1pPr>
          </a:lstStyle>
          <a:p>
            <a:fld id="{8C6BC05E-DB9A-EB4A-A776-575FA40369A3}" type="slidenum">
              <a:rPr lang="nl-NL" smtClean="0"/>
              <a:pPr/>
              <a:t>‹#›</a:t>
            </a:fld>
            <a:endParaRPr lang="nl-NL"/>
          </a:p>
        </p:txBody>
      </p:sp>
    </p:spTree>
    <p:extLst>
      <p:ext uri="{BB962C8B-B14F-4D97-AF65-F5344CB8AC3E}">
        <p14:creationId xmlns:p14="http://schemas.microsoft.com/office/powerpoint/2010/main" val="24589893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blank" preserve="1">
  <p:cSld name="Leeg">
    <p:spTree>
      <p:nvGrpSpPr>
        <p:cNvPr id="1" name=""/>
        <p:cNvGrpSpPr/>
        <p:nvPr/>
      </p:nvGrpSpPr>
      <p:grpSpPr>
        <a:xfrm>
          <a:off x="0" y="0"/>
          <a:ext cx="0" cy="0"/>
          <a:chOff x="0" y="0"/>
          <a:chExt cx="0" cy="0"/>
        </a:xfrm>
      </p:grpSpPr>
      <p:sp>
        <p:nvSpPr>
          <p:cNvPr id="2" name="Tijdelijke aanduiding voor datum 1"/>
          <p:cNvSpPr>
            <a:spLocks noGrp="1"/>
          </p:cNvSpPr>
          <p:nvPr>
            <p:ph type="dt" sz="half" idx="10"/>
          </p:nvPr>
        </p:nvSpPr>
        <p:spPr/>
        <p:txBody>
          <a:bodyPr/>
          <a:lstStyle/>
          <a:p>
            <a:fld id="{F10973AC-957D-C346-BA56-D82065FA2AEB}" type="datetimeFigureOut">
              <a:rPr lang="nl-NL" smtClean="0"/>
              <a:pPr/>
              <a:t>22-5-2022</a:t>
            </a:fld>
            <a:endParaRPr lang="nl-NL"/>
          </a:p>
        </p:txBody>
      </p:sp>
      <p:sp>
        <p:nvSpPr>
          <p:cNvPr id="3" name="Tijdelijke aanduiding voor voettekst 2"/>
          <p:cNvSpPr>
            <a:spLocks noGrp="1"/>
          </p:cNvSpPr>
          <p:nvPr>
            <p:ph type="ftr" sz="quarter" idx="11"/>
          </p:nvPr>
        </p:nvSpPr>
        <p:spPr/>
        <p:txBody>
          <a:bodyPr/>
          <a:lstStyle>
            <a:lvl1pPr>
              <a:defRPr>
                <a:solidFill>
                  <a:schemeClr val="accent5"/>
                </a:solidFill>
              </a:defRPr>
            </a:lvl1pPr>
          </a:lstStyle>
          <a:p>
            <a:endParaRPr lang="nl-NL"/>
          </a:p>
        </p:txBody>
      </p:sp>
      <p:sp>
        <p:nvSpPr>
          <p:cNvPr id="4" name="Tijdelijke aanduiding voor dianummer 3"/>
          <p:cNvSpPr>
            <a:spLocks noGrp="1"/>
          </p:cNvSpPr>
          <p:nvPr>
            <p:ph type="sldNum" sz="quarter" idx="12"/>
          </p:nvPr>
        </p:nvSpPr>
        <p:spPr/>
        <p:txBody>
          <a:bodyPr/>
          <a:lstStyle>
            <a:lvl1pPr>
              <a:defRPr>
                <a:solidFill>
                  <a:schemeClr val="accent5"/>
                </a:solidFill>
              </a:defRPr>
            </a:lvl1pPr>
          </a:lstStyle>
          <a:p>
            <a:fld id="{8C6BC05E-DB9A-EB4A-A776-575FA40369A3}" type="slidenum">
              <a:rPr lang="nl-NL" smtClean="0"/>
              <a:pPr/>
              <a:t>‹#›</a:t>
            </a:fld>
            <a:endParaRPr lang="nl-NL"/>
          </a:p>
        </p:txBody>
      </p:sp>
    </p:spTree>
    <p:extLst>
      <p:ext uri="{BB962C8B-B14F-4D97-AF65-F5344CB8AC3E}">
        <p14:creationId xmlns:p14="http://schemas.microsoft.com/office/powerpoint/2010/main" val="154959436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Afbeelding met bijschrift">
    <p:bg>
      <p:bgRef idx="1001">
        <a:schemeClr val="bg1"/>
      </p:bgRef>
    </p:bg>
    <p:spTree>
      <p:nvGrpSpPr>
        <p:cNvPr id="1" name=""/>
        <p:cNvGrpSpPr/>
        <p:nvPr/>
      </p:nvGrpSpPr>
      <p:grpSpPr>
        <a:xfrm>
          <a:off x="0" y="0"/>
          <a:ext cx="0" cy="0"/>
          <a:chOff x="0" y="0"/>
          <a:chExt cx="0" cy="0"/>
        </a:xfrm>
      </p:grpSpPr>
      <p:sp>
        <p:nvSpPr>
          <p:cNvPr id="3" name="Tijdelijke aanduiding voor afbeelding 2"/>
          <p:cNvSpPr>
            <a:spLocks noGrp="1"/>
          </p:cNvSpPr>
          <p:nvPr>
            <p:ph type="pic" idx="1" hasCustomPrompt="1"/>
          </p:nvPr>
        </p:nvSpPr>
        <p:spPr>
          <a:xfrm>
            <a:off x="655367" y="1056001"/>
            <a:ext cx="10896000" cy="4558151"/>
          </a:xfrm>
          <a:solidFill>
            <a:schemeClr val="bg1">
              <a:lumMod val="85000"/>
            </a:schemeClr>
          </a:solidFill>
        </p:spPr>
        <p:txBody>
          <a:bodyPr tIns="180000"/>
          <a:lstStyle>
            <a:lvl1pPr marL="0" indent="0" algn="ctr">
              <a:buNone/>
              <a:defRPr sz="2133">
                <a:solidFill>
                  <a:schemeClr val="bg1">
                    <a:lumMod val="50000"/>
                  </a:schemeClr>
                </a:solidFill>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nl-NL"/>
              <a:t>Klik op het icoon om een foto</a:t>
            </a:r>
            <a:br>
              <a:rPr lang="nl-NL"/>
            </a:br>
            <a:r>
              <a:rPr lang="nl-NL"/>
              <a:t>toe te voegen</a:t>
            </a:r>
          </a:p>
        </p:txBody>
      </p:sp>
      <p:sp>
        <p:nvSpPr>
          <p:cNvPr id="2" name="Titel 1"/>
          <p:cNvSpPr>
            <a:spLocks noGrp="1"/>
          </p:cNvSpPr>
          <p:nvPr>
            <p:ph type="title" hasCustomPrompt="1"/>
          </p:nvPr>
        </p:nvSpPr>
        <p:spPr>
          <a:xfrm>
            <a:off x="655367" y="528000"/>
            <a:ext cx="10896000" cy="528000"/>
          </a:xfrm>
        </p:spPr>
        <p:txBody>
          <a:bodyPr anchor="t" anchorCtr="0"/>
          <a:lstStyle>
            <a:lvl1pPr algn="l">
              <a:lnSpc>
                <a:spcPts val="3333"/>
              </a:lnSpc>
              <a:defRPr sz="2667" b="1">
                <a:solidFill>
                  <a:schemeClr val="tx1"/>
                </a:solidFill>
                <a:latin typeface="+mj-lt"/>
              </a:defRPr>
            </a:lvl1pPr>
          </a:lstStyle>
          <a:p>
            <a:r>
              <a:rPr lang="nl-NL" dirty="0"/>
              <a:t>Titel bewerken</a:t>
            </a:r>
          </a:p>
        </p:txBody>
      </p:sp>
      <p:sp>
        <p:nvSpPr>
          <p:cNvPr id="5" name="Tijdelijke aanduiding voor datum 4"/>
          <p:cNvSpPr>
            <a:spLocks noGrp="1"/>
          </p:cNvSpPr>
          <p:nvPr>
            <p:ph type="dt" sz="half" idx="10"/>
          </p:nvPr>
        </p:nvSpPr>
        <p:spPr/>
        <p:txBody>
          <a:bodyPr/>
          <a:lstStyle/>
          <a:p>
            <a:fld id="{F10973AC-957D-C346-BA56-D82065FA2AEB}" type="datetimeFigureOut">
              <a:rPr lang="nl-NL" smtClean="0"/>
              <a:pPr/>
              <a:t>22-5-2022</a:t>
            </a:fld>
            <a:endParaRPr lang="nl-NL"/>
          </a:p>
        </p:txBody>
      </p:sp>
      <p:sp>
        <p:nvSpPr>
          <p:cNvPr id="6" name="Tijdelijke aanduiding voor voettekst 5"/>
          <p:cNvSpPr>
            <a:spLocks noGrp="1"/>
          </p:cNvSpPr>
          <p:nvPr>
            <p:ph type="ftr" sz="quarter" idx="11"/>
          </p:nvPr>
        </p:nvSpPr>
        <p:spPr/>
        <p:txBody>
          <a:bodyPr/>
          <a:lstStyle>
            <a:lvl1pPr>
              <a:defRPr>
                <a:solidFill>
                  <a:schemeClr val="accent5"/>
                </a:solidFill>
              </a:defRPr>
            </a:lvl1pPr>
          </a:lstStyle>
          <a:p>
            <a:endParaRPr lang="nl-NL"/>
          </a:p>
        </p:txBody>
      </p:sp>
      <p:sp>
        <p:nvSpPr>
          <p:cNvPr id="7" name="Tijdelijke aanduiding voor dianummer 6"/>
          <p:cNvSpPr>
            <a:spLocks noGrp="1"/>
          </p:cNvSpPr>
          <p:nvPr>
            <p:ph type="sldNum" sz="quarter" idx="12"/>
          </p:nvPr>
        </p:nvSpPr>
        <p:spPr/>
        <p:txBody>
          <a:bodyPr/>
          <a:lstStyle>
            <a:lvl1pPr>
              <a:defRPr>
                <a:solidFill>
                  <a:schemeClr val="accent5"/>
                </a:solidFill>
              </a:defRPr>
            </a:lvl1pPr>
          </a:lstStyle>
          <a:p>
            <a:fld id="{8C6BC05E-DB9A-EB4A-A776-575FA40369A3}" type="slidenum">
              <a:rPr lang="nl-NL" smtClean="0"/>
              <a:pPr/>
              <a:t>‹#›</a:t>
            </a:fld>
            <a:endParaRPr lang="nl-NL"/>
          </a:p>
        </p:txBody>
      </p:sp>
    </p:spTree>
    <p:extLst>
      <p:ext uri="{BB962C8B-B14F-4D97-AF65-F5344CB8AC3E}">
        <p14:creationId xmlns:p14="http://schemas.microsoft.com/office/powerpoint/2010/main" val="3077624779"/>
      </p:ext>
    </p:extLst>
  </p:cSld>
  <p:clrMapOvr>
    <a:overrideClrMapping bg1="lt1" tx1="dk1" bg2="lt2" tx2="dk2" accent1="accent1" accent2="accent2" accent3="accent3" accent4="accent4" accent5="accent5" accent6="accent6" hlink="hlink" folHlink="folHlink"/>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8" name="Afbeelding 7" descr="EU_Logo_Groen_300.png"/>
          <p:cNvPicPr>
            <a:picLocks noChangeAspect="1"/>
          </p:cNvPicPr>
          <p:nvPr/>
        </p:nvPicPr>
        <p:blipFill>
          <a:blip r:embed="rId13">
            <a:alphaModFix/>
          </a:blip>
          <a:stretch>
            <a:fillRect/>
          </a:stretch>
        </p:blipFill>
        <p:spPr>
          <a:xfrm>
            <a:off x="9744000" y="5731201"/>
            <a:ext cx="1910144" cy="768121"/>
          </a:xfrm>
          <a:prstGeom prst="rect">
            <a:avLst/>
          </a:prstGeom>
        </p:spPr>
      </p:pic>
      <p:sp>
        <p:nvSpPr>
          <p:cNvPr id="2" name="Tijdelijke aanduiding voor titel 1"/>
          <p:cNvSpPr>
            <a:spLocks noGrp="1"/>
          </p:cNvSpPr>
          <p:nvPr>
            <p:ph type="title"/>
          </p:nvPr>
        </p:nvSpPr>
        <p:spPr>
          <a:xfrm>
            <a:off x="655367" y="528000"/>
            <a:ext cx="10896000" cy="768000"/>
          </a:xfrm>
          <a:prstGeom prst="rect">
            <a:avLst/>
          </a:prstGeom>
        </p:spPr>
        <p:txBody>
          <a:bodyPr vert="horz" lIns="0" tIns="0" rIns="0" bIns="0" rtlCol="0" anchor="t" anchorCtr="0">
            <a:noAutofit/>
          </a:bodyPr>
          <a:lstStyle/>
          <a:p>
            <a:r>
              <a:rPr lang="nl-NL" dirty="0"/>
              <a:t>Titel bewerken</a:t>
            </a:r>
          </a:p>
        </p:txBody>
      </p:sp>
      <p:sp>
        <p:nvSpPr>
          <p:cNvPr id="3" name="Tijdelijke aanduiding voor tekst 2"/>
          <p:cNvSpPr>
            <a:spLocks noGrp="1"/>
          </p:cNvSpPr>
          <p:nvPr>
            <p:ph type="body" idx="1"/>
          </p:nvPr>
        </p:nvSpPr>
        <p:spPr>
          <a:xfrm>
            <a:off x="655365" y="1295401"/>
            <a:ext cx="10896000" cy="4464000"/>
          </a:xfrm>
          <a:prstGeom prst="rect">
            <a:avLst/>
          </a:prstGeom>
        </p:spPr>
        <p:txBody>
          <a:bodyPr vert="horz" lIns="0" tIns="0" rIns="0" bIns="0" rtlCol="0" anchor="t" anchorCtr="0">
            <a:noAutofit/>
          </a:bodyPr>
          <a:lstStyle/>
          <a:p>
            <a:pPr lvl="0"/>
            <a:r>
              <a:rPr lang="nl-NL" dirty="0"/>
              <a:t>Klik om de tekst te bewerken</a:t>
            </a:r>
          </a:p>
          <a:p>
            <a:pPr lvl="1"/>
            <a:r>
              <a:rPr lang="nl-NL" dirty="0"/>
              <a:t>Tweede niveau tekst</a:t>
            </a:r>
          </a:p>
          <a:p>
            <a:pPr lvl="2"/>
            <a:r>
              <a:rPr lang="nl-NL" dirty="0"/>
              <a:t>Derde niveau tekst</a:t>
            </a:r>
          </a:p>
          <a:p>
            <a:pPr lvl="3"/>
            <a:r>
              <a:rPr lang="nl-NL" dirty="0"/>
              <a:t>Vierde niveau tekst</a:t>
            </a:r>
          </a:p>
          <a:p>
            <a:pPr lvl="4"/>
            <a:r>
              <a:rPr lang="nl-NL" dirty="0"/>
              <a:t>Vijfde niveau tekst</a:t>
            </a:r>
          </a:p>
        </p:txBody>
      </p:sp>
      <p:sp>
        <p:nvSpPr>
          <p:cNvPr id="4" name="Tijdelijke aanduiding voor datum 3"/>
          <p:cNvSpPr>
            <a:spLocks noGrp="1"/>
          </p:cNvSpPr>
          <p:nvPr>
            <p:ph type="dt" sz="half" idx="2"/>
          </p:nvPr>
        </p:nvSpPr>
        <p:spPr>
          <a:xfrm>
            <a:off x="1089600" y="6217571"/>
            <a:ext cx="1008000" cy="240380"/>
          </a:xfrm>
          <a:prstGeom prst="rect">
            <a:avLst/>
          </a:prstGeom>
        </p:spPr>
        <p:txBody>
          <a:bodyPr vert="horz" lIns="0" tIns="0" rIns="0" bIns="0" rtlCol="0" anchor="t" anchorCtr="0">
            <a:noAutofit/>
          </a:bodyPr>
          <a:lstStyle>
            <a:lvl1pPr algn="l">
              <a:defRPr sz="1333">
                <a:solidFill>
                  <a:schemeClr val="tx1"/>
                </a:solidFill>
                <a:latin typeface="Museo Sans 100"/>
                <a:cs typeface="Museo Sans 100"/>
              </a:defRPr>
            </a:lvl1pPr>
          </a:lstStyle>
          <a:p>
            <a:fld id="{F10973AC-957D-C346-BA56-D82065FA2AEB}" type="datetimeFigureOut">
              <a:rPr lang="nl-NL" smtClean="0"/>
              <a:pPr/>
              <a:t>22-5-2022</a:t>
            </a:fld>
            <a:endParaRPr lang="nl-NL"/>
          </a:p>
        </p:txBody>
      </p:sp>
      <p:sp>
        <p:nvSpPr>
          <p:cNvPr id="5" name="Tijdelijke aanduiding voor voettekst 4"/>
          <p:cNvSpPr>
            <a:spLocks noGrp="1"/>
          </p:cNvSpPr>
          <p:nvPr>
            <p:ph type="ftr" sz="quarter" idx="3"/>
          </p:nvPr>
        </p:nvSpPr>
        <p:spPr>
          <a:xfrm>
            <a:off x="2097600" y="6217571"/>
            <a:ext cx="6803893" cy="240380"/>
          </a:xfrm>
          <a:prstGeom prst="rect">
            <a:avLst/>
          </a:prstGeom>
        </p:spPr>
        <p:txBody>
          <a:bodyPr vert="horz" lIns="0" tIns="0" rIns="0" bIns="0" rtlCol="0" anchor="t" anchorCtr="0">
            <a:noAutofit/>
          </a:bodyPr>
          <a:lstStyle>
            <a:lvl1pPr algn="l">
              <a:defRPr sz="1333" b="0" i="0">
                <a:solidFill>
                  <a:schemeClr val="accent5"/>
                </a:solidFill>
                <a:latin typeface="+mn-lt"/>
                <a:cs typeface="Museo Sans 500"/>
              </a:defRPr>
            </a:lvl1pPr>
          </a:lstStyle>
          <a:p>
            <a:endParaRPr lang="nl-NL"/>
          </a:p>
        </p:txBody>
      </p:sp>
      <p:sp>
        <p:nvSpPr>
          <p:cNvPr id="6" name="Tijdelijke aanduiding voor dianummer 5"/>
          <p:cNvSpPr>
            <a:spLocks noGrp="1"/>
          </p:cNvSpPr>
          <p:nvPr>
            <p:ph type="sldNum" sz="quarter" idx="4"/>
          </p:nvPr>
        </p:nvSpPr>
        <p:spPr>
          <a:xfrm>
            <a:off x="655367" y="6217571"/>
            <a:ext cx="432000" cy="240380"/>
          </a:xfrm>
          <a:prstGeom prst="rect">
            <a:avLst/>
          </a:prstGeom>
        </p:spPr>
        <p:txBody>
          <a:bodyPr vert="horz" lIns="0" tIns="0" rIns="0" bIns="0" rtlCol="0" anchor="t" anchorCtr="0">
            <a:noAutofit/>
          </a:bodyPr>
          <a:lstStyle>
            <a:lvl1pPr algn="l">
              <a:defRPr sz="1333" b="0" i="0">
                <a:solidFill>
                  <a:schemeClr val="accent5"/>
                </a:solidFill>
                <a:latin typeface="+mn-lt"/>
                <a:cs typeface="Museo Sans 500"/>
              </a:defRPr>
            </a:lvl1pPr>
          </a:lstStyle>
          <a:p>
            <a:fld id="{8C6BC05E-DB9A-EB4A-A776-575FA40369A3}" type="slidenum">
              <a:rPr lang="nl-NL" smtClean="0"/>
              <a:pPr/>
              <a:t>‹#›</a:t>
            </a:fld>
            <a:endParaRPr lang="nl-NL"/>
          </a:p>
        </p:txBody>
      </p:sp>
    </p:spTree>
    <p:extLst>
      <p:ext uri="{BB962C8B-B14F-4D97-AF65-F5344CB8AC3E}">
        <p14:creationId xmlns:p14="http://schemas.microsoft.com/office/powerpoint/2010/main" val="2807873725"/>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609585" rtl="0" eaLnBrk="1" latinLnBrk="0" hangingPunct="1">
        <a:lnSpc>
          <a:spcPts val="4267"/>
        </a:lnSpc>
        <a:spcBef>
          <a:spcPct val="0"/>
        </a:spcBef>
        <a:buNone/>
        <a:defRPr sz="3733" b="0" i="0" kern="1200">
          <a:solidFill>
            <a:schemeClr val="accent5"/>
          </a:solidFill>
          <a:latin typeface="+mj-lt"/>
          <a:ea typeface="+mj-ea"/>
          <a:cs typeface="Museo Sans 700"/>
        </a:defRPr>
      </a:lvl1pPr>
    </p:titleStyle>
    <p:bodyStyle>
      <a:lvl1pPr marL="287993" indent="-287993" algn="l" defTabSz="609585" rtl="0" eaLnBrk="1" latinLnBrk="0" hangingPunct="1">
        <a:lnSpc>
          <a:spcPts val="3067"/>
        </a:lnSpc>
        <a:spcBef>
          <a:spcPts val="0"/>
        </a:spcBef>
        <a:buSzPct val="130000"/>
        <a:buFont typeface="Arial"/>
        <a:buChar char="•"/>
        <a:defRPr sz="2400" b="0" i="0" kern="1200">
          <a:solidFill>
            <a:schemeClr val="tx1"/>
          </a:solidFill>
          <a:latin typeface="+mn-lt"/>
          <a:ea typeface="+mn-ea"/>
          <a:cs typeface="Museo Sans 500"/>
        </a:defRPr>
      </a:lvl1pPr>
      <a:lvl2pPr marL="575986" indent="-287993" algn="l" defTabSz="609585" rtl="0" eaLnBrk="1" latinLnBrk="0" hangingPunct="1">
        <a:lnSpc>
          <a:spcPts val="3067"/>
        </a:lnSpc>
        <a:spcBef>
          <a:spcPts val="0"/>
        </a:spcBef>
        <a:buSzPct val="130000"/>
        <a:buFont typeface="Arial"/>
        <a:buChar char="•"/>
        <a:defRPr sz="2400" b="0" i="0" kern="1200">
          <a:solidFill>
            <a:schemeClr val="tx1"/>
          </a:solidFill>
          <a:latin typeface="+mn-lt"/>
          <a:ea typeface="+mn-ea"/>
          <a:cs typeface="Museo Sans 500"/>
        </a:defRPr>
      </a:lvl2pPr>
      <a:lvl3pPr marL="863978" indent="-287993" algn="l" defTabSz="609585" rtl="0" eaLnBrk="1" latinLnBrk="0" hangingPunct="1">
        <a:lnSpc>
          <a:spcPts val="3067"/>
        </a:lnSpc>
        <a:spcBef>
          <a:spcPts val="0"/>
        </a:spcBef>
        <a:buSzPct val="130000"/>
        <a:buFont typeface="Arial"/>
        <a:buChar char="•"/>
        <a:defRPr sz="2400" b="0" i="0" kern="1200">
          <a:solidFill>
            <a:schemeClr val="tx1"/>
          </a:solidFill>
          <a:latin typeface="+mn-lt"/>
          <a:ea typeface="+mn-ea"/>
          <a:cs typeface="Museo Sans 500"/>
        </a:defRPr>
      </a:lvl3pPr>
      <a:lvl4pPr marL="1151971" indent="-287993" algn="l" defTabSz="609585" rtl="0" eaLnBrk="1" latinLnBrk="0" hangingPunct="1">
        <a:lnSpc>
          <a:spcPts val="3067"/>
        </a:lnSpc>
        <a:spcBef>
          <a:spcPts val="0"/>
        </a:spcBef>
        <a:buSzPct val="130000"/>
        <a:buFont typeface="Arial"/>
        <a:buChar char="•"/>
        <a:defRPr sz="2400" b="0" i="0" kern="1200">
          <a:solidFill>
            <a:schemeClr val="tx1"/>
          </a:solidFill>
          <a:latin typeface="+mn-lt"/>
          <a:ea typeface="+mn-ea"/>
          <a:cs typeface="Museo Sans 500"/>
        </a:defRPr>
      </a:lvl4pPr>
      <a:lvl5pPr marL="1439964" indent="-287993" algn="l" defTabSz="609585" rtl="0" eaLnBrk="1" latinLnBrk="0" hangingPunct="1">
        <a:lnSpc>
          <a:spcPts val="3067"/>
        </a:lnSpc>
        <a:spcBef>
          <a:spcPts val="0"/>
        </a:spcBef>
        <a:buSzPct val="130000"/>
        <a:buFont typeface="Arial"/>
        <a:buChar char="•"/>
        <a:defRPr sz="2400" b="0" i="0" kern="1200">
          <a:solidFill>
            <a:schemeClr val="tx1"/>
          </a:solidFill>
          <a:latin typeface="+mn-lt"/>
          <a:ea typeface="+mn-ea"/>
          <a:cs typeface="Museo Sans 500"/>
        </a:defRPr>
      </a:lvl5pPr>
      <a:lvl6pPr marL="3352716" indent="-304792" algn="l" defTabSz="609585" rtl="0" eaLnBrk="1" latinLnBrk="0" hangingPunct="1">
        <a:spcBef>
          <a:spcPct val="20000"/>
        </a:spcBef>
        <a:buFont typeface="Arial"/>
        <a:buChar char="•"/>
        <a:defRPr sz="2667" kern="1200">
          <a:solidFill>
            <a:schemeClr val="tx1"/>
          </a:solidFill>
          <a:latin typeface="+mn-lt"/>
          <a:ea typeface="+mn-ea"/>
          <a:cs typeface="+mn-cs"/>
        </a:defRPr>
      </a:lvl6pPr>
      <a:lvl7pPr marL="3962301" indent="-304792" algn="l" defTabSz="609585" rtl="0" eaLnBrk="1" latinLnBrk="0" hangingPunct="1">
        <a:spcBef>
          <a:spcPct val="20000"/>
        </a:spcBef>
        <a:buFont typeface="Arial"/>
        <a:buChar char="•"/>
        <a:defRPr sz="2667" kern="1200">
          <a:solidFill>
            <a:schemeClr val="tx1"/>
          </a:solidFill>
          <a:latin typeface="+mn-lt"/>
          <a:ea typeface="+mn-ea"/>
          <a:cs typeface="+mn-cs"/>
        </a:defRPr>
      </a:lvl7pPr>
      <a:lvl8pPr marL="4571886" indent="-304792" algn="l" defTabSz="609585" rtl="0" eaLnBrk="1" latinLnBrk="0" hangingPunct="1">
        <a:spcBef>
          <a:spcPct val="20000"/>
        </a:spcBef>
        <a:buFont typeface="Arial"/>
        <a:buChar char="•"/>
        <a:defRPr sz="2667" kern="1200">
          <a:solidFill>
            <a:schemeClr val="tx1"/>
          </a:solidFill>
          <a:latin typeface="+mn-lt"/>
          <a:ea typeface="+mn-ea"/>
          <a:cs typeface="+mn-cs"/>
        </a:defRPr>
      </a:lvl8pPr>
      <a:lvl9pPr marL="5181470" indent="-304792" algn="l" defTabSz="609585" rtl="0" eaLnBrk="1" latinLnBrk="0" hangingPunct="1">
        <a:spcBef>
          <a:spcPct val="20000"/>
        </a:spcBef>
        <a:buFont typeface="Arial"/>
        <a:buChar char="•"/>
        <a:defRPr sz="2667" kern="1200">
          <a:solidFill>
            <a:schemeClr val="tx1"/>
          </a:solidFill>
          <a:latin typeface="+mn-lt"/>
          <a:ea typeface="+mn-ea"/>
          <a:cs typeface="+mn-cs"/>
        </a:defRPr>
      </a:lvl9pPr>
    </p:bodyStyle>
    <p:otherStyle>
      <a:defPPr>
        <a:defRPr lang="nl-NL"/>
      </a:defPPr>
      <a:lvl1pPr marL="0" algn="l" defTabSz="609585" rtl="0" eaLnBrk="1" latinLnBrk="0" hangingPunct="1">
        <a:defRPr sz="2400" kern="1200">
          <a:solidFill>
            <a:schemeClr val="tx1"/>
          </a:solidFill>
          <a:latin typeface="+mn-lt"/>
          <a:ea typeface="+mn-ea"/>
          <a:cs typeface="+mn-cs"/>
        </a:defRPr>
      </a:lvl1pPr>
      <a:lvl2pPr marL="609585" algn="l" defTabSz="609585" rtl="0" eaLnBrk="1" latinLnBrk="0" hangingPunct="1">
        <a:defRPr sz="2400" kern="1200">
          <a:solidFill>
            <a:schemeClr val="tx1"/>
          </a:solidFill>
          <a:latin typeface="+mn-lt"/>
          <a:ea typeface="+mn-ea"/>
          <a:cs typeface="+mn-cs"/>
        </a:defRPr>
      </a:lvl2pPr>
      <a:lvl3pPr marL="1219170" algn="l" defTabSz="609585" rtl="0" eaLnBrk="1" latinLnBrk="0" hangingPunct="1">
        <a:defRPr sz="2400" kern="1200">
          <a:solidFill>
            <a:schemeClr val="tx1"/>
          </a:solidFill>
          <a:latin typeface="+mn-lt"/>
          <a:ea typeface="+mn-ea"/>
          <a:cs typeface="+mn-cs"/>
        </a:defRPr>
      </a:lvl3pPr>
      <a:lvl4pPr marL="1828754" algn="l" defTabSz="609585" rtl="0" eaLnBrk="1" latinLnBrk="0" hangingPunct="1">
        <a:defRPr sz="2400" kern="1200">
          <a:solidFill>
            <a:schemeClr val="tx1"/>
          </a:solidFill>
          <a:latin typeface="+mn-lt"/>
          <a:ea typeface="+mn-ea"/>
          <a:cs typeface="+mn-cs"/>
        </a:defRPr>
      </a:lvl4pPr>
      <a:lvl5pPr marL="2438339" algn="l" defTabSz="609585" rtl="0" eaLnBrk="1" latinLnBrk="0" hangingPunct="1">
        <a:defRPr sz="2400" kern="1200">
          <a:solidFill>
            <a:schemeClr val="tx1"/>
          </a:solidFill>
          <a:latin typeface="+mn-lt"/>
          <a:ea typeface="+mn-ea"/>
          <a:cs typeface="+mn-cs"/>
        </a:defRPr>
      </a:lvl5pPr>
      <a:lvl6pPr marL="3047924" algn="l" defTabSz="609585" rtl="0" eaLnBrk="1" latinLnBrk="0" hangingPunct="1">
        <a:defRPr sz="2400" kern="1200">
          <a:solidFill>
            <a:schemeClr val="tx1"/>
          </a:solidFill>
          <a:latin typeface="+mn-lt"/>
          <a:ea typeface="+mn-ea"/>
          <a:cs typeface="+mn-cs"/>
        </a:defRPr>
      </a:lvl6pPr>
      <a:lvl7pPr marL="3657509" algn="l" defTabSz="609585" rtl="0" eaLnBrk="1" latinLnBrk="0" hangingPunct="1">
        <a:defRPr sz="2400" kern="1200">
          <a:solidFill>
            <a:schemeClr val="tx1"/>
          </a:solidFill>
          <a:latin typeface="+mn-lt"/>
          <a:ea typeface="+mn-ea"/>
          <a:cs typeface="+mn-cs"/>
        </a:defRPr>
      </a:lvl7pPr>
      <a:lvl8pPr marL="4267093" algn="l" defTabSz="609585" rtl="0" eaLnBrk="1" latinLnBrk="0" hangingPunct="1">
        <a:defRPr sz="2400" kern="1200">
          <a:solidFill>
            <a:schemeClr val="tx1"/>
          </a:solidFill>
          <a:latin typeface="+mn-lt"/>
          <a:ea typeface="+mn-ea"/>
          <a:cs typeface="+mn-cs"/>
        </a:defRPr>
      </a:lvl8pPr>
      <a:lvl9pPr marL="4876678" algn="l" defTabSz="609585" rtl="0" eaLnBrk="1" latinLnBrk="0" hangingPunct="1">
        <a:defRPr sz="24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ctrTitle"/>
          </p:nvPr>
        </p:nvSpPr>
        <p:spPr/>
        <p:txBody>
          <a:bodyPr/>
          <a:lstStyle/>
          <a:p>
            <a:r>
              <a:rPr lang="nl-NL" sz="5867" dirty="0" err="1"/>
              <a:t>Main</a:t>
            </a:r>
            <a:r>
              <a:rPr lang="nl-NL" sz="5867" dirty="0"/>
              <a:t> body</a:t>
            </a:r>
          </a:p>
        </p:txBody>
      </p:sp>
      <p:sp>
        <p:nvSpPr>
          <p:cNvPr id="3" name="Subtitel 2"/>
          <p:cNvSpPr>
            <a:spLocks noGrp="1"/>
          </p:cNvSpPr>
          <p:nvPr>
            <p:ph type="subTitle" idx="1"/>
          </p:nvPr>
        </p:nvSpPr>
        <p:spPr>
          <a:xfrm>
            <a:off x="655369" y="3731795"/>
            <a:ext cx="7921367" cy="1818773"/>
          </a:xfrm>
        </p:spPr>
        <p:txBody>
          <a:bodyPr/>
          <a:lstStyle/>
          <a:p>
            <a:endParaRPr lang="nl-NL" sz="3733" dirty="0">
              <a:solidFill>
                <a:schemeClr val="accent6">
                  <a:lumMod val="60000"/>
                  <a:lumOff val="40000"/>
                </a:schemeClr>
              </a:solidFill>
            </a:endParaRPr>
          </a:p>
          <a:p>
            <a:endParaRPr lang="nl-NL" sz="3733" dirty="0">
              <a:solidFill>
                <a:schemeClr val="accent6">
                  <a:lumMod val="60000"/>
                  <a:lumOff val="40000"/>
                </a:schemeClr>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en-GB" dirty="0"/>
              <a:t>Main body</a:t>
            </a:r>
          </a:p>
        </p:txBody>
      </p:sp>
      <p:pic>
        <p:nvPicPr>
          <p:cNvPr id="4" name="Tijdelijke aanduiding voor inhoud 3"/>
          <p:cNvPicPr>
            <a:picLocks noGrp="1" noChangeAspect="1"/>
          </p:cNvPicPr>
          <p:nvPr>
            <p:ph idx="1"/>
          </p:nvPr>
        </p:nvPicPr>
        <p:blipFill>
          <a:blip r:embed="rId3"/>
          <a:stretch>
            <a:fillRect/>
          </a:stretch>
        </p:blipFill>
        <p:spPr>
          <a:xfrm>
            <a:off x="655367" y="1476914"/>
            <a:ext cx="8384872" cy="5094973"/>
          </a:xfrm>
          <a:prstGeom prst="rect">
            <a:avLst/>
          </a:prstGeom>
        </p:spPr>
      </p:pic>
    </p:spTree>
    <p:extLst>
      <p:ext uri="{BB962C8B-B14F-4D97-AF65-F5344CB8AC3E}">
        <p14:creationId xmlns:p14="http://schemas.microsoft.com/office/powerpoint/2010/main" val="369927552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en-GB" dirty="0"/>
              <a:t>MAIN BODY</a:t>
            </a:r>
            <a:br>
              <a:rPr lang="en-US" dirty="0"/>
            </a:br>
            <a:r>
              <a:rPr lang="en-GB" dirty="0"/>
              <a:t>Assessment criteria Rubric</a:t>
            </a:r>
          </a:p>
        </p:txBody>
      </p:sp>
      <p:sp>
        <p:nvSpPr>
          <p:cNvPr id="3" name="Tijdelijke aanduiding voor inhoud 2"/>
          <p:cNvSpPr>
            <a:spLocks noGrp="1"/>
          </p:cNvSpPr>
          <p:nvPr>
            <p:ph idx="1"/>
          </p:nvPr>
        </p:nvSpPr>
        <p:spPr/>
        <p:txBody>
          <a:bodyPr>
            <a:normAutofit/>
          </a:bodyPr>
          <a:lstStyle/>
          <a:p>
            <a:pPr>
              <a:buClrTx/>
            </a:pPr>
            <a:endParaRPr lang="en-US" sz="2800" dirty="0"/>
          </a:p>
          <a:p>
            <a:pPr>
              <a:buClrTx/>
            </a:pPr>
            <a:r>
              <a:rPr lang="en-US" dirty="0"/>
              <a:t>Subjects and sources are limited in their scope and relevant to the central question</a:t>
            </a:r>
          </a:p>
          <a:p>
            <a:pPr>
              <a:buClrTx/>
            </a:pPr>
            <a:r>
              <a:rPr lang="en-US" dirty="0"/>
              <a:t>Clear overview of conclusions</a:t>
            </a:r>
          </a:p>
          <a:p>
            <a:pPr>
              <a:buClrTx/>
            </a:pPr>
            <a:r>
              <a:rPr lang="en-US" dirty="0"/>
              <a:t>The results and theories distilled from the literature are relevant and clearly phrased in own words</a:t>
            </a:r>
          </a:p>
          <a:p>
            <a:pPr>
              <a:buClrTx/>
            </a:pPr>
            <a:r>
              <a:rPr lang="en-US" dirty="0"/>
              <a:t>Critical processing of selected studies</a:t>
            </a:r>
          </a:p>
          <a:p>
            <a:pPr>
              <a:buClrTx/>
            </a:pPr>
            <a:r>
              <a:rPr lang="en-US" dirty="0"/>
              <a:t>Quality and method of studies is used to distinguish between various results / theories</a:t>
            </a:r>
          </a:p>
          <a:p>
            <a:pPr>
              <a:buClrTx/>
            </a:pPr>
            <a:r>
              <a:rPr lang="en-US" dirty="0"/>
              <a:t>A nuanced integration of results is made in which explanations for results are provided linked to the central question</a:t>
            </a:r>
          </a:p>
          <a:p>
            <a:pPr>
              <a:buClrTx/>
            </a:pPr>
            <a:endParaRPr lang="en-US" sz="2800" dirty="0"/>
          </a:p>
        </p:txBody>
      </p:sp>
    </p:spTree>
    <p:extLst>
      <p:ext uri="{BB962C8B-B14F-4D97-AF65-F5344CB8AC3E}">
        <p14:creationId xmlns:p14="http://schemas.microsoft.com/office/powerpoint/2010/main" val="370367818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en-GB" dirty="0"/>
              <a:t>Structure of main body: headings</a:t>
            </a:r>
          </a:p>
        </p:txBody>
      </p:sp>
      <p:sp>
        <p:nvSpPr>
          <p:cNvPr id="3" name="Tijdelijke aanduiding voor inhoud 2"/>
          <p:cNvSpPr>
            <a:spLocks noGrp="1"/>
          </p:cNvSpPr>
          <p:nvPr>
            <p:ph idx="1"/>
          </p:nvPr>
        </p:nvSpPr>
        <p:spPr/>
        <p:txBody>
          <a:bodyPr>
            <a:normAutofit/>
          </a:bodyPr>
          <a:lstStyle/>
          <a:p>
            <a:r>
              <a:rPr lang="en-US" sz="2800" dirty="0"/>
              <a:t>Organize the literature according to common themes</a:t>
            </a:r>
          </a:p>
          <a:p>
            <a:pPr>
              <a:buClrTx/>
            </a:pPr>
            <a:r>
              <a:rPr lang="en-US" sz="2800" dirty="0"/>
              <a:t>Discuss each subtopic under a different heading using an hour-glass shape</a:t>
            </a:r>
          </a:p>
          <a:p>
            <a:pPr>
              <a:buClrTx/>
            </a:pPr>
            <a:endParaRPr lang="en-US" sz="2800" dirty="0"/>
          </a:p>
          <a:p>
            <a:pPr marL="0" indent="0">
              <a:buClrTx/>
              <a:buNone/>
            </a:pPr>
            <a:r>
              <a:rPr lang="en-US" sz="2800" dirty="0"/>
              <a:t>Guideline for this report: 2-4 headings (discuss at least 3 sources under each heading)</a:t>
            </a:r>
          </a:p>
          <a:p>
            <a:pPr>
              <a:buClrTx/>
            </a:pPr>
            <a:endParaRPr lang="en-US" sz="2800" dirty="0"/>
          </a:p>
          <a:p>
            <a:pPr>
              <a:buClrTx/>
            </a:pPr>
            <a:r>
              <a:rPr lang="en-US" sz="2800" dirty="0"/>
              <a:t>Discuss:</a:t>
            </a:r>
          </a:p>
          <a:p>
            <a:pPr lvl="1">
              <a:buClrTx/>
            </a:pPr>
            <a:r>
              <a:rPr lang="en-US" sz="2800" dirty="0"/>
              <a:t>The subtopic's relevance (short introduction)</a:t>
            </a:r>
          </a:p>
          <a:p>
            <a:pPr lvl="1">
              <a:buClrTx/>
            </a:pPr>
            <a:r>
              <a:rPr lang="en-US" sz="2800" dirty="0"/>
              <a:t>Research findings</a:t>
            </a:r>
          </a:p>
          <a:p>
            <a:pPr lvl="1">
              <a:buClrTx/>
            </a:pPr>
            <a:r>
              <a:rPr lang="en-US" sz="2800" dirty="0"/>
              <a:t>Close the section by drawing a conclusion</a:t>
            </a:r>
            <a:endParaRPr lang="en-US" dirty="0"/>
          </a:p>
        </p:txBody>
      </p:sp>
    </p:spTree>
    <p:extLst>
      <p:ext uri="{BB962C8B-B14F-4D97-AF65-F5344CB8AC3E}">
        <p14:creationId xmlns:p14="http://schemas.microsoft.com/office/powerpoint/2010/main" val="382582211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el 2"/>
          <p:cNvSpPr>
            <a:spLocks noGrp="1"/>
          </p:cNvSpPr>
          <p:nvPr>
            <p:ph type="title"/>
          </p:nvPr>
        </p:nvSpPr>
        <p:spPr/>
        <p:txBody>
          <a:bodyPr/>
          <a:lstStyle/>
          <a:p>
            <a:r>
              <a:rPr lang="en-US" dirty="0"/>
              <a:t>Points of attention </a:t>
            </a:r>
            <a:endParaRPr lang="en-GB" dirty="0"/>
          </a:p>
        </p:txBody>
      </p:sp>
      <p:sp>
        <p:nvSpPr>
          <p:cNvPr id="2" name="Tijdelijke aanduiding voor inhoud 1"/>
          <p:cNvSpPr>
            <a:spLocks noGrp="1"/>
          </p:cNvSpPr>
          <p:nvPr>
            <p:ph idx="1"/>
          </p:nvPr>
        </p:nvSpPr>
        <p:spPr/>
        <p:txBody>
          <a:bodyPr>
            <a:normAutofit/>
          </a:bodyPr>
          <a:lstStyle/>
          <a:p>
            <a:pPr>
              <a:defRPr/>
            </a:pPr>
            <a:r>
              <a:rPr lang="en-US" sz="2800" dirty="0"/>
              <a:t>  Limit yourself to the relevant information</a:t>
            </a:r>
          </a:p>
          <a:p>
            <a:pPr>
              <a:buClrTx/>
              <a:buFont typeface="Arial" panose="020B0604020202020204" pitchFamily="34" charset="0"/>
              <a:buChar char="•"/>
              <a:defRPr/>
            </a:pPr>
            <a:r>
              <a:rPr lang="en-US" sz="2800" dirty="0"/>
              <a:t>  The information should be logically structured</a:t>
            </a:r>
          </a:p>
          <a:p>
            <a:pPr>
              <a:buClrTx/>
              <a:buFont typeface="Arial" panose="020B0604020202020204" pitchFamily="34" charset="0"/>
              <a:buChar char="•"/>
              <a:defRPr/>
            </a:pPr>
            <a:r>
              <a:rPr lang="en-US" altLang="nl-NL" sz="2800" dirty="0"/>
              <a:t>  Sufficient sources</a:t>
            </a:r>
          </a:p>
          <a:p>
            <a:pPr>
              <a:buClrTx/>
              <a:buFont typeface="Arial" panose="020B0604020202020204" pitchFamily="34" charset="0"/>
              <a:buChar char="•"/>
              <a:defRPr/>
            </a:pPr>
            <a:r>
              <a:rPr lang="en-US" altLang="nl-NL" sz="2800" dirty="0"/>
              <a:t>  Integration of sources</a:t>
            </a:r>
          </a:p>
          <a:p>
            <a:pPr>
              <a:buClrTx/>
              <a:buFont typeface="Wingdings" panose="05000000000000000000" pitchFamily="2" charset="2"/>
              <a:buChar char="§"/>
              <a:defRPr/>
            </a:pPr>
            <a:endParaRPr lang="en-US" sz="2800" dirty="0"/>
          </a:p>
          <a:p>
            <a:pPr>
              <a:buClrTx/>
              <a:buFont typeface="Wingdings" panose="05000000000000000000" pitchFamily="2" charset="2"/>
              <a:buChar char="§"/>
              <a:defRPr/>
            </a:pPr>
            <a:endParaRPr lang="en-GB" sz="2800" dirty="0"/>
          </a:p>
        </p:txBody>
      </p:sp>
    </p:spTree>
    <p:extLst>
      <p:ext uri="{BB962C8B-B14F-4D97-AF65-F5344CB8AC3E}">
        <p14:creationId xmlns:p14="http://schemas.microsoft.com/office/powerpoint/2010/main" val="320320966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el 2"/>
          <p:cNvSpPr>
            <a:spLocks noGrp="1"/>
          </p:cNvSpPr>
          <p:nvPr>
            <p:ph type="title"/>
          </p:nvPr>
        </p:nvSpPr>
        <p:spPr/>
        <p:txBody>
          <a:bodyPr/>
          <a:lstStyle/>
          <a:p>
            <a:r>
              <a:rPr dirty="0"/>
              <a:t>Pitfalls</a:t>
            </a:r>
            <a:r>
              <a:rPr lang="en-US" dirty="0"/>
              <a:t> main body</a:t>
            </a:r>
            <a:r>
              <a:rPr dirty="0"/>
              <a:t> </a:t>
            </a:r>
            <a:endParaRPr lang="en-GB" dirty="0"/>
          </a:p>
        </p:txBody>
      </p:sp>
      <p:sp>
        <p:nvSpPr>
          <p:cNvPr id="2" name="Tijdelijke aanduiding voor inhoud 1"/>
          <p:cNvSpPr>
            <a:spLocks noGrp="1"/>
          </p:cNvSpPr>
          <p:nvPr>
            <p:ph idx="1"/>
          </p:nvPr>
        </p:nvSpPr>
        <p:spPr/>
        <p:txBody>
          <a:bodyPr>
            <a:normAutofit/>
          </a:bodyPr>
          <a:lstStyle/>
          <a:p>
            <a:r>
              <a:rPr lang="nl-NL" sz="2800" dirty="0"/>
              <a:t>Irrelevant information that doesn't help in answering the question</a:t>
            </a:r>
          </a:p>
          <a:p>
            <a:pPr>
              <a:buClrTx/>
              <a:buFont typeface="Arial" panose="020B0604020202020204" pitchFamily="34" charset="0"/>
              <a:buChar char="•"/>
            </a:pPr>
            <a:r>
              <a:rPr lang="nl-NL" sz="2800" dirty="0"/>
              <a:t> Illogical structure </a:t>
            </a:r>
          </a:p>
          <a:p>
            <a:pPr>
              <a:buClrTx/>
              <a:buFont typeface="Arial" panose="020B0604020202020204" pitchFamily="34" charset="0"/>
              <a:buChar char="•"/>
            </a:pPr>
            <a:r>
              <a:rPr lang="nl-NL" sz="2800" dirty="0"/>
              <a:t> No integration of sources</a:t>
            </a:r>
          </a:p>
          <a:p>
            <a:pPr>
              <a:buClrTx/>
              <a:buFont typeface="Arial" panose="020B0604020202020204" pitchFamily="34" charset="0"/>
              <a:buChar char="•"/>
            </a:pPr>
            <a:r>
              <a:rPr dirty="0"/>
              <a:t> </a:t>
            </a:r>
            <a:r>
              <a:rPr lang="nl-NL" sz="2800" dirty="0"/>
              <a:t>Insufficient depth of content</a:t>
            </a:r>
          </a:p>
        </p:txBody>
      </p:sp>
    </p:spTree>
    <p:extLst>
      <p:ext uri="{BB962C8B-B14F-4D97-AF65-F5344CB8AC3E}">
        <p14:creationId xmlns:p14="http://schemas.microsoft.com/office/powerpoint/2010/main" val="401243133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el 2"/>
          <p:cNvSpPr>
            <a:spLocks noGrp="1"/>
          </p:cNvSpPr>
          <p:nvPr>
            <p:ph type="title"/>
          </p:nvPr>
        </p:nvSpPr>
        <p:spPr/>
        <p:txBody>
          <a:bodyPr>
            <a:noAutofit/>
          </a:bodyPr>
          <a:lstStyle/>
          <a:p>
            <a:pPr>
              <a:defRPr/>
            </a:pPr>
            <a:r>
              <a:rPr lang="en-US" dirty="0"/>
              <a:t>Be critical!</a:t>
            </a:r>
            <a:endParaRPr lang="en-GB" dirty="0"/>
          </a:p>
        </p:txBody>
      </p:sp>
      <p:sp>
        <p:nvSpPr>
          <p:cNvPr id="72706" name="Tijdelijke aanduiding voor inhoud 1"/>
          <p:cNvSpPr>
            <a:spLocks noGrp="1"/>
          </p:cNvSpPr>
          <p:nvPr>
            <p:ph idx="1"/>
          </p:nvPr>
        </p:nvSpPr>
        <p:spPr/>
        <p:txBody>
          <a:bodyPr>
            <a:normAutofit/>
          </a:bodyPr>
          <a:lstStyle/>
          <a:p>
            <a:pPr marL="0" indent="0">
              <a:buNone/>
              <a:defRPr/>
            </a:pPr>
            <a:r>
              <a:rPr lang="en-US" sz="2800" dirty="0"/>
              <a:t>Make sure there is enough depth of content. Evaluate the importance and quality of the selected literature (nuanced integration of information)</a:t>
            </a:r>
          </a:p>
          <a:p>
            <a:pPr marL="0" indent="0">
              <a:buNone/>
              <a:defRPr/>
            </a:pPr>
            <a:endParaRPr lang="en-US" sz="2800" dirty="0"/>
          </a:p>
          <a:p>
            <a:pPr marL="0" indent="0">
              <a:buNone/>
              <a:defRPr/>
            </a:pPr>
            <a:r>
              <a:rPr lang="en-US" sz="2800" dirty="0"/>
              <a:t>Discuss:</a:t>
            </a:r>
          </a:p>
          <a:p>
            <a:pPr eaLnBrk="1" hangingPunct="1">
              <a:buClrTx/>
              <a:buFont typeface="Arial" panose="020B0604020202020204" pitchFamily="34" charset="0"/>
              <a:buChar char="•"/>
              <a:defRPr/>
            </a:pPr>
            <a:r>
              <a:rPr lang="en-US" sz="2800" dirty="0"/>
              <a:t> Shortcomings</a:t>
            </a:r>
          </a:p>
          <a:p>
            <a:pPr eaLnBrk="1" hangingPunct="1">
              <a:buClrTx/>
              <a:buFont typeface="Arial" panose="020B0604020202020204" pitchFamily="34" charset="0"/>
              <a:buChar char="•"/>
              <a:defRPr/>
            </a:pPr>
            <a:r>
              <a:rPr lang="en-US" sz="2800" dirty="0"/>
              <a:t> Obscurities </a:t>
            </a:r>
          </a:p>
          <a:p>
            <a:pPr eaLnBrk="1" hangingPunct="1">
              <a:buClrTx/>
              <a:buFont typeface="Arial" panose="020B0604020202020204" pitchFamily="34" charset="0"/>
              <a:buChar char="•"/>
              <a:defRPr/>
            </a:pPr>
            <a:r>
              <a:rPr lang="en-US" sz="2800" dirty="0"/>
              <a:t> Inconsistencies </a:t>
            </a:r>
          </a:p>
          <a:p>
            <a:pPr eaLnBrk="1" hangingPunct="1">
              <a:buClrTx/>
              <a:buFont typeface="Arial" panose="020B0604020202020204" pitchFamily="34" charset="0"/>
              <a:buChar char="•"/>
              <a:defRPr/>
            </a:pPr>
            <a:r>
              <a:rPr lang="en-US" sz="2800" dirty="0"/>
              <a:t> Alternative explanations</a:t>
            </a:r>
          </a:p>
          <a:p>
            <a:pPr marL="109535" indent="0">
              <a:buNone/>
            </a:pPr>
            <a:endParaRPr lang="en-GB" dirty="0"/>
          </a:p>
          <a:p>
            <a:pPr marL="109535" indent="0">
              <a:buNone/>
              <a:defRPr/>
            </a:pPr>
            <a:endParaRPr lang="en-GB" dirty="0"/>
          </a:p>
          <a:p>
            <a:pPr marL="109535" indent="0">
              <a:buNone/>
              <a:defRPr/>
            </a:pPr>
            <a:endParaRPr lang="en-GB" dirty="0"/>
          </a:p>
          <a:p>
            <a:pPr marL="109535" indent="0">
              <a:buNone/>
              <a:defRPr/>
            </a:pPr>
            <a:endParaRPr lang="en-GB" dirty="0"/>
          </a:p>
          <a:p>
            <a:pPr eaLnBrk="1" hangingPunct="1">
              <a:buFontTx/>
              <a:buChar char="-"/>
              <a:defRPr/>
            </a:pPr>
            <a:endParaRPr lang="en-GB" dirty="0"/>
          </a:p>
        </p:txBody>
      </p:sp>
    </p:spTree>
    <p:extLst>
      <p:ext uri="{BB962C8B-B14F-4D97-AF65-F5344CB8AC3E}">
        <p14:creationId xmlns:p14="http://schemas.microsoft.com/office/powerpoint/2010/main" val="64871693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el 2"/>
          <p:cNvSpPr>
            <a:spLocks noGrp="1"/>
          </p:cNvSpPr>
          <p:nvPr>
            <p:ph type="title"/>
          </p:nvPr>
        </p:nvSpPr>
        <p:spPr/>
        <p:txBody>
          <a:bodyPr>
            <a:noAutofit/>
          </a:bodyPr>
          <a:lstStyle/>
          <a:p>
            <a:pPr>
              <a:defRPr/>
            </a:pPr>
            <a:r>
              <a:rPr lang="en-US" dirty="0"/>
              <a:t>Depth of content - </a:t>
            </a:r>
            <a:r>
              <a:rPr dirty="0"/>
              <a:t>Shortcomings </a:t>
            </a:r>
            <a:endParaRPr lang="en-GB" dirty="0"/>
          </a:p>
        </p:txBody>
      </p:sp>
      <p:sp>
        <p:nvSpPr>
          <p:cNvPr id="2" name="Tijdelijke aanduiding voor inhoud 1"/>
          <p:cNvSpPr>
            <a:spLocks noGrp="1"/>
          </p:cNvSpPr>
          <p:nvPr>
            <p:ph idx="1"/>
          </p:nvPr>
        </p:nvSpPr>
        <p:spPr/>
        <p:txBody>
          <a:bodyPr/>
          <a:lstStyle/>
          <a:p>
            <a:pPr marL="109535" indent="0">
              <a:buNone/>
              <a:defRPr/>
            </a:pPr>
            <a:endParaRPr lang="nl-NL" sz="2800" dirty="0"/>
          </a:p>
          <a:p>
            <a:pPr marL="109535" indent="0">
              <a:buNone/>
              <a:defRPr/>
            </a:pPr>
            <a:endParaRPr lang="nl-NL" sz="2800" dirty="0"/>
          </a:p>
          <a:p>
            <a:pPr marL="109535" indent="0">
              <a:buNone/>
              <a:defRPr/>
            </a:pPr>
            <a:r>
              <a:rPr lang="nl-NL" sz="2800" dirty="0"/>
              <a:t>“ … Both types of aversion therapy have proven successful in treating alcohol addiction. Aversion therapy is, however, </a:t>
            </a:r>
            <a:r>
              <a:rPr lang="nl-NL" sz="2800" dirty="0">
                <a:solidFill>
                  <a:srgbClr val="006600"/>
                </a:solidFill>
              </a:rPr>
              <a:t>less frequently applied to other substance addictions making </a:t>
            </a:r>
            <a:r>
              <a:rPr lang="nl-NL" sz="2800" dirty="0"/>
              <a:t>it </a:t>
            </a:r>
            <a:r>
              <a:rPr lang="nl-NL" sz="2800" dirty="0">
                <a:solidFill>
                  <a:srgbClr val="006600"/>
                </a:solidFill>
              </a:rPr>
              <a:t>hard</a:t>
            </a:r>
            <a:r>
              <a:rPr lang="nl-NL" sz="2800" dirty="0"/>
              <a:t> to draw any general </a:t>
            </a:r>
            <a:r>
              <a:rPr lang="nl-NL" sz="2800" dirty="0">
                <a:solidFill>
                  <a:srgbClr val="006600"/>
                </a:solidFill>
              </a:rPr>
              <a:t>conclusion</a:t>
            </a:r>
            <a:r>
              <a:rPr lang="nl-NL" sz="2800" dirty="0"/>
              <a:t> on aversion therapy and substance addiction. …”</a:t>
            </a:r>
            <a:endParaRPr lang="en-GB" sz="2800" dirty="0"/>
          </a:p>
          <a:p>
            <a:pPr marL="109535" indent="0">
              <a:buNone/>
              <a:defRPr/>
            </a:pPr>
            <a:endParaRPr lang="en-GB" dirty="0"/>
          </a:p>
        </p:txBody>
      </p:sp>
    </p:spTree>
    <p:extLst>
      <p:ext uri="{BB962C8B-B14F-4D97-AF65-F5344CB8AC3E}">
        <p14:creationId xmlns:p14="http://schemas.microsoft.com/office/powerpoint/2010/main" val="349029300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el 2"/>
          <p:cNvSpPr>
            <a:spLocks noGrp="1"/>
          </p:cNvSpPr>
          <p:nvPr>
            <p:ph type="title"/>
          </p:nvPr>
        </p:nvSpPr>
        <p:spPr/>
        <p:txBody>
          <a:bodyPr>
            <a:noAutofit/>
          </a:bodyPr>
          <a:lstStyle/>
          <a:p>
            <a:pPr>
              <a:defRPr/>
            </a:pPr>
            <a:r>
              <a:rPr lang="en-US" dirty="0"/>
              <a:t>Depth of content - </a:t>
            </a:r>
            <a:r>
              <a:rPr dirty="0"/>
              <a:t>Inconsistencies </a:t>
            </a:r>
            <a:endParaRPr lang="en-GB" dirty="0"/>
          </a:p>
        </p:txBody>
      </p:sp>
      <p:sp>
        <p:nvSpPr>
          <p:cNvPr id="66562" name="Tijdelijke aanduiding voor inhoud 1"/>
          <p:cNvSpPr>
            <a:spLocks noGrp="1"/>
          </p:cNvSpPr>
          <p:nvPr>
            <p:ph idx="1"/>
          </p:nvPr>
        </p:nvSpPr>
        <p:spPr/>
        <p:txBody>
          <a:bodyPr>
            <a:normAutofit/>
          </a:bodyPr>
          <a:lstStyle/>
          <a:p>
            <a:pPr marL="107948" indent="0">
              <a:buNone/>
            </a:pPr>
            <a:endParaRPr lang="en-US" altLang="nl-NL" sz="2800" dirty="0"/>
          </a:p>
          <a:p>
            <a:pPr marL="107948" indent="0">
              <a:buNone/>
            </a:pPr>
            <a:endParaRPr lang="en-US" altLang="nl-NL" sz="2800" dirty="0"/>
          </a:p>
          <a:p>
            <a:pPr marL="107948" indent="0">
              <a:buNone/>
            </a:pPr>
            <a:r>
              <a:rPr lang="en-US" altLang="nl-NL" sz="2800" dirty="0"/>
              <a:t>“… Those who speak the truth often mention more details than liars (</a:t>
            </a:r>
            <a:r>
              <a:rPr lang="en-US" altLang="nl-NL" sz="2800" dirty="0" err="1"/>
              <a:t>Memon</a:t>
            </a:r>
            <a:r>
              <a:rPr lang="en-US" altLang="nl-NL" sz="2800" dirty="0"/>
              <a:t>, 2004). </a:t>
            </a:r>
            <a:r>
              <a:rPr lang="en-US" altLang="nl-NL" sz="2800" dirty="0">
                <a:solidFill>
                  <a:srgbClr val="006600"/>
                </a:solidFill>
              </a:rPr>
              <a:t>Results generated by a different study, however, suggest otherwise. </a:t>
            </a:r>
            <a:r>
              <a:rPr lang="en-US" altLang="nl-NL" sz="2800" dirty="0" err="1"/>
              <a:t>Granhag</a:t>
            </a:r>
            <a:r>
              <a:rPr lang="en-US" altLang="nl-NL" sz="2800" dirty="0"/>
              <a:t> </a:t>
            </a:r>
            <a:r>
              <a:rPr lang="en-US" altLang="nl-NL" sz="2800" dirty="0" err="1"/>
              <a:t>en</a:t>
            </a:r>
            <a:r>
              <a:rPr lang="en-US" altLang="nl-NL" sz="2800" dirty="0"/>
              <a:t> </a:t>
            </a:r>
            <a:r>
              <a:rPr lang="en-US" altLang="nl-NL" sz="2800" dirty="0" err="1"/>
              <a:t>Strömwall</a:t>
            </a:r>
            <a:r>
              <a:rPr lang="en-US" altLang="nl-NL" sz="2800" dirty="0"/>
              <a:t> (2002) have, based on their research, concluded that statements by liars aren't less detailed…” </a:t>
            </a:r>
          </a:p>
        </p:txBody>
      </p:sp>
    </p:spTree>
    <p:extLst>
      <p:ext uri="{BB962C8B-B14F-4D97-AF65-F5344CB8AC3E}">
        <p14:creationId xmlns:p14="http://schemas.microsoft.com/office/powerpoint/2010/main" val="160045138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noAutofit/>
          </a:bodyPr>
          <a:lstStyle/>
          <a:p>
            <a:r>
              <a:rPr dirty="0"/>
              <a:t>Explain contradictory findings</a:t>
            </a:r>
            <a:endParaRPr lang="en-GB" dirty="0"/>
          </a:p>
        </p:txBody>
      </p:sp>
      <p:sp>
        <p:nvSpPr>
          <p:cNvPr id="3" name="Tijdelijke aanduiding voor inhoud 2"/>
          <p:cNvSpPr>
            <a:spLocks noGrp="1"/>
          </p:cNvSpPr>
          <p:nvPr>
            <p:ph idx="1"/>
          </p:nvPr>
        </p:nvSpPr>
        <p:spPr/>
        <p:txBody>
          <a:bodyPr>
            <a:normAutofit fontScale="92500"/>
          </a:bodyPr>
          <a:lstStyle/>
          <a:p>
            <a:pPr marL="0" indent="0">
              <a:buNone/>
            </a:pPr>
            <a:r>
              <a:rPr lang="en-GB" sz="2800" dirty="0"/>
              <a:t>The </a:t>
            </a:r>
            <a:r>
              <a:rPr lang="en-GB" sz="2800" dirty="0">
                <a:solidFill>
                  <a:srgbClr val="00B050"/>
                </a:solidFill>
              </a:rPr>
              <a:t>findings</a:t>
            </a:r>
            <a:r>
              <a:rPr lang="en-GB" sz="2800" dirty="0"/>
              <a:t> of the relationship between religion and crime aren't </a:t>
            </a:r>
            <a:r>
              <a:rPr lang="en-GB" sz="2800" dirty="0">
                <a:solidFill>
                  <a:srgbClr val="00B050"/>
                </a:solidFill>
              </a:rPr>
              <a:t>clear</a:t>
            </a:r>
            <a:r>
              <a:rPr lang="en-GB" sz="2800" dirty="0"/>
              <a:t>. Some studies show a negative relation, while others show the existence of little to no relation. Stark</a:t>
            </a:r>
            <a:r>
              <a:rPr lang="en-GB" dirty="0"/>
              <a:t> </a:t>
            </a:r>
            <a:r>
              <a:rPr lang="en-GB" sz="2800" dirty="0"/>
              <a:t>&amp; Bainbridge (2009) have suggested that the </a:t>
            </a:r>
            <a:r>
              <a:rPr lang="en-GB" sz="2800" dirty="0">
                <a:solidFill>
                  <a:srgbClr val="00B050"/>
                </a:solidFill>
              </a:rPr>
              <a:t>religious social context  </a:t>
            </a:r>
            <a:r>
              <a:rPr lang="en-GB" sz="2800" dirty="0"/>
              <a:t>could be important in </a:t>
            </a:r>
            <a:r>
              <a:rPr lang="en-GB" sz="2800" dirty="0">
                <a:solidFill>
                  <a:srgbClr val="00B050"/>
                </a:solidFill>
              </a:rPr>
              <a:t>explaining </a:t>
            </a:r>
            <a:r>
              <a:rPr lang="en-GB" sz="2800" dirty="0"/>
              <a:t>these contradictory findings. Religion would be more successful if it acted as a deterrent to crime by providing religious social support. </a:t>
            </a:r>
            <a:r>
              <a:rPr lang="en-GB" sz="2800" dirty="0">
                <a:solidFill>
                  <a:srgbClr val="00B050"/>
                </a:solidFill>
              </a:rPr>
              <a:t>Recent meta analysis has also shown that </a:t>
            </a:r>
            <a:r>
              <a:rPr lang="en-GB" sz="2800" dirty="0"/>
              <a:t>studies conducted in areas where religion isn't very well organised often do not find a relation between the two. On the other hand, research conducted in areas where religion is relatively well organised, shows a negative relation between religion and crime (Jensen &amp; Erikson, 2012). </a:t>
            </a:r>
          </a:p>
        </p:txBody>
      </p:sp>
    </p:spTree>
    <p:extLst>
      <p:ext uri="{BB962C8B-B14F-4D97-AF65-F5344CB8AC3E}">
        <p14:creationId xmlns:p14="http://schemas.microsoft.com/office/powerpoint/2010/main" val="220663237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a:xfrm>
            <a:off x="655367" y="528000"/>
            <a:ext cx="10896000" cy="768000"/>
          </a:xfrm>
        </p:spPr>
        <p:txBody>
          <a:bodyPr>
            <a:noAutofit/>
          </a:bodyPr>
          <a:lstStyle/>
          <a:p>
            <a:r>
              <a:rPr lang="en-US" dirty="0">
                <a:solidFill>
                  <a:schemeClr val="accent5"/>
                </a:solidFill>
              </a:rPr>
              <a:t>Depth of content - </a:t>
            </a:r>
            <a:r>
              <a:rPr dirty="0">
                <a:solidFill>
                  <a:schemeClr val="accent5"/>
                </a:solidFill>
              </a:rPr>
              <a:t>Alternative explanations</a:t>
            </a:r>
            <a:endParaRPr lang="en-GB" dirty="0">
              <a:solidFill>
                <a:schemeClr val="accent5"/>
              </a:solidFill>
            </a:endParaRPr>
          </a:p>
        </p:txBody>
      </p:sp>
      <p:sp>
        <p:nvSpPr>
          <p:cNvPr id="3" name="Tijdelijke aanduiding voor inhoud 2"/>
          <p:cNvSpPr>
            <a:spLocks noGrp="1"/>
          </p:cNvSpPr>
          <p:nvPr>
            <p:ph idx="1"/>
          </p:nvPr>
        </p:nvSpPr>
        <p:spPr/>
        <p:txBody>
          <a:bodyPr>
            <a:normAutofit/>
          </a:bodyPr>
          <a:lstStyle/>
          <a:p>
            <a:pPr marL="0" indent="0">
              <a:buNone/>
            </a:pPr>
            <a:endParaRPr lang="en-US" sz="2800" dirty="0"/>
          </a:p>
          <a:p>
            <a:pPr marL="0" indent="0">
              <a:buNone/>
            </a:pPr>
            <a:endParaRPr lang="en-US" sz="2800" dirty="0"/>
          </a:p>
          <a:p>
            <a:pPr marL="0" indent="0">
              <a:buNone/>
            </a:pPr>
            <a:r>
              <a:rPr lang="en-US" sz="2800" dirty="0"/>
              <a:t>“An alternative explanation for the results could be that the test subjects didn't answer all the questions truthfully. </a:t>
            </a:r>
            <a:r>
              <a:rPr lang="en-US" sz="2800" dirty="0">
                <a:solidFill>
                  <a:srgbClr val="00B050"/>
                </a:solidFill>
              </a:rPr>
              <a:t>Perhaps the test subjects attempted to come across more self-assured than they really were. Since men are more prone to doing this than women</a:t>
            </a:r>
            <a:r>
              <a:rPr lang="en-US" sz="2800" dirty="0"/>
              <a:t> this could possibly explain the higher score of men on self-esteem.</a:t>
            </a:r>
            <a:endParaRPr lang="en-GB" sz="2800" dirty="0"/>
          </a:p>
        </p:txBody>
      </p:sp>
    </p:spTree>
    <p:extLst>
      <p:ext uri="{BB962C8B-B14F-4D97-AF65-F5344CB8AC3E}">
        <p14:creationId xmlns:p14="http://schemas.microsoft.com/office/powerpoint/2010/main" val="383237616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el 2"/>
          <p:cNvSpPr>
            <a:spLocks noGrp="1"/>
          </p:cNvSpPr>
          <p:nvPr>
            <p:ph type="title"/>
          </p:nvPr>
        </p:nvSpPr>
        <p:spPr/>
        <p:txBody>
          <a:bodyPr>
            <a:noAutofit/>
          </a:bodyPr>
          <a:lstStyle/>
          <a:p>
            <a:r>
              <a:rPr dirty="0">
                <a:solidFill>
                  <a:schemeClr val="accent5"/>
                </a:solidFill>
              </a:rPr>
              <a:t>Integration of sources</a:t>
            </a:r>
            <a:endParaRPr lang="en-GB" dirty="0">
              <a:solidFill>
                <a:schemeClr val="accent5"/>
              </a:solidFill>
            </a:endParaRPr>
          </a:p>
        </p:txBody>
      </p:sp>
      <p:sp>
        <p:nvSpPr>
          <p:cNvPr id="2" name="Tijdelijke aanduiding voor inhoud 1"/>
          <p:cNvSpPr>
            <a:spLocks noGrp="1"/>
          </p:cNvSpPr>
          <p:nvPr>
            <p:ph idx="1"/>
          </p:nvPr>
        </p:nvSpPr>
        <p:spPr/>
        <p:txBody>
          <a:bodyPr>
            <a:normAutofit/>
          </a:bodyPr>
          <a:lstStyle/>
          <a:p>
            <a:pPr marL="82151" indent="0">
              <a:buNone/>
            </a:pPr>
            <a:endParaRPr lang="nl-NL" sz="2800" dirty="0"/>
          </a:p>
          <a:p>
            <a:pPr marL="82151" indent="0">
              <a:buNone/>
            </a:pPr>
            <a:endParaRPr lang="nl-NL" sz="2800" dirty="0"/>
          </a:p>
          <a:p>
            <a:pPr marL="82151" indent="0">
              <a:buNone/>
            </a:pPr>
            <a:r>
              <a:rPr lang="nl-NL" sz="2800" dirty="0"/>
              <a:t>“ … Two research findings that stand out are… . According to some scholars this is the result of an interaction between emotions and cognition (Bower, 1981; Winkielman, Knutson, Paulus, &amp; Trujillo, 2007). Others have suggested that this is the result of an interaction between emotions and motivation (Bless et al., 1996; Mackie &amp; Worth, 1989). …”</a:t>
            </a:r>
          </a:p>
        </p:txBody>
      </p:sp>
    </p:spTree>
    <p:extLst>
      <p:ext uri="{BB962C8B-B14F-4D97-AF65-F5344CB8AC3E}">
        <p14:creationId xmlns:p14="http://schemas.microsoft.com/office/powerpoint/2010/main" val="213818023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el 2"/>
          <p:cNvSpPr>
            <a:spLocks noGrp="1"/>
          </p:cNvSpPr>
          <p:nvPr>
            <p:ph type="title"/>
          </p:nvPr>
        </p:nvSpPr>
        <p:spPr/>
        <p:txBody>
          <a:bodyPr>
            <a:normAutofit/>
          </a:bodyPr>
          <a:lstStyle/>
          <a:p>
            <a:r>
              <a:rPr sz="4133" dirty="0"/>
              <a:t>Substantiate your conclusion</a:t>
            </a:r>
            <a:r>
              <a:rPr sz="4000" dirty="0"/>
              <a:t>s</a:t>
            </a:r>
            <a:endParaRPr lang="en-GB" sz="4000" dirty="0"/>
          </a:p>
        </p:txBody>
      </p:sp>
      <p:sp>
        <p:nvSpPr>
          <p:cNvPr id="2" name="Tijdelijke aanduiding voor inhoud 1"/>
          <p:cNvSpPr>
            <a:spLocks noGrp="1"/>
          </p:cNvSpPr>
          <p:nvPr>
            <p:ph idx="1"/>
          </p:nvPr>
        </p:nvSpPr>
        <p:spPr/>
        <p:txBody>
          <a:bodyPr>
            <a:normAutofit/>
          </a:bodyPr>
          <a:lstStyle/>
          <a:p>
            <a:pPr marL="109535" indent="0">
              <a:buNone/>
            </a:pPr>
            <a:endParaRPr lang="nl-NL" dirty="0"/>
          </a:p>
          <a:p>
            <a:pPr marL="109535" indent="0">
              <a:buNone/>
            </a:pPr>
            <a:endParaRPr lang="nl-NL" dirty="0"/>
          </a:p>
          <a:p>
            <a:pPr marL="109535" indent="0">
              <a:buNone/>
            </a:pPr>
            <a:r>
              <a:rPr lang="nl-NL" sz="2800" dirty="0"/>
              <a:t>"Action during reading can improve language comprehension."</a:t>
            </a:r>
          </a:p>
          <a:p>
            <a:pPr marL="109535" indent="0">
              <a:buNone/>
            </a:pPr>
            <a:endParaRPr lang="en-GB" sz="2800" dirty="0"/>
          </a:p>
          <a:p>
            <a:pPr marL="109535" indent="0">
              <a:buNone/>
            </a:pPr>
            <a:r>
              <a:rPr lang="nl-NL" sz="2800" dirty="0"/>
              <a:t>Substantiation:</a:t>
            </a:r>
          </a:p>
          <a:p>
            <a:pPr marL="109535" indent="0">
              <a:buNone/>
            </a:pPr>
            <a:r>
              <a:rPr lang="nl-NL" sz="2800" dirty="0"/>
              <a:t>"This is shown in a study where  subjects were asked to read sentences and then rate their correctness while maintaining a posture of their body that either did or didn't correspond to the sentence read. The results showed that..."</a:t>
            </a:r>
            <a:endParaRPr lang="en-GB" sz="2800" dirty="0"/>
          </a:p>
        </p:txBody>
      </p:sp>
    </p:spTree>
    <p:extLst>
      <p:ext uri="{BB962C8B-B14F-4D97-AF65-F5344CB8AC3E}">
        <p14:creationId xmlns:p14="http://schemas.microsoft.com/office/powerpoint/2010/main" val="215210041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dirty="0"/>
              <a:t>Be critical</a:t>
            </a:r>
            <a:endParaRPr lang="en-GB" dirty="0"/>
          </a:p>
        </p:txBody>
      </p:sp>
      <p:sp>
        <p:nvSpPr>
          <p:cNvPr id="3" name="Tijdelijke aanduiding voor inhoud 2"/>
          <p:cNvSpPr>
            <a:spLocks noGrp="1"/>
          </p:cNvSpPr>
          <p:nvPr>
            <p:ph idx="1"/>
          </p:nvPr>
        </p:nvSpPr>
        <p:spPr/>
        <p:txBody>
          <a:bodyPr>
            <a:normAutofit/>
          </a:bodyPr>
          <a:lstStyle/>
          <a:p>
            <a:pPr marL="0" indent="0">
              <a:buNone/>
            </a:pPr>
            <a:endParaRPr lang="en-US" sz="2800" dirty="0"/>
          </a:p>
          <a:p>
            <a:pPr marL="0" indent="0">
              <a:buNone/>
            </a:pPr>
            <a:r>
              <a:rPr lang="en-US" sz="2800" dirty="0"/>
              <a:t>"The above results suggest that physical exercise has a positive effect on the cognitive performance of elderly people with Alzheimer's. </a:t>
            </a:r>
            <a:r>
              <a:rPr lang="en-US" sz="2800" dirty="0">
                <a:solidFill>
                  <a:srgbClr val="00B050"/>
                </a:solidFill>
              </a:rPr>
              <a:t>An important point to this is </a:t>
            </a:r>
            <a:r>
              <a:rPr lang="en-US" sz="2800" dirty="0"/>
              <a:t>that the subjects were offered a combination of physical and cognitive training, </a:t>
            </a:r>
            <a:r>
              <a:rPr lang="en-US" sz="2800" dirty="0">
                <a:solidFill>
                  <a:srgbClr val="00B050"/>
                </a:solidFill>
              </a:rPr>
              <a:t>which makes it difficult to determine whether the increase in performance had been due to physical exercise or cognitive training</a:t>
            </a:r>
            <a:r>
              <a:rPr lang="en-US" sz="2800" dirty="0"/>
              <a:t>.”</a:t>
            </a:r>
          </a:p>
          <a:p>
            <a:endParaRPr lang="en-GB" dirty="0"/>
          </a:p>
          <a:p>
            <a:endParaRPr dirty="0"/>
          </a:p>
        </p:txBody>
      </p:sp>
    </p:spTree>
    <p:extLst>
      <p:ext uri="{BB962C8B-B14F-4D97-AF65-F5344CB8AC3E}">
        <p14:creationId xmlns:p14="http://schemas.microsoft.com/office/powerpoint/2010/main" val="422336842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40E16C-7029-4772-8E16-1312D5AB0583}"/>
              </a:ext>
            </a:extLst>
          </p:cNvPr>
          <p:cNvSpPr>
            <a:spLocks noGrp="1"/>
          </p:cNvSpPr>
          <p:nvPr>
            <p:ph type="title"/>
          </p:nvPr>
        </p:nvSpPr>
        <p:spPr/>
        <p:txBody>
          <a:bodyPr/>
          <a:lstStyle/>
          <a:p>
            <a:r>
              <a:rPr lang="en-GB" dirty="0"/>
              <a:t>Tips Main body</a:t>
            </a:r>
          </a:p>
        </p:txBody>
      </p:sp>
      <p:sp>
        <p:nvSpPr>
          <p:cNvPr id="3" name="Content Placeholder 2">
            <a:extLst>
              <a:ext uri="{FF2B5EF4-FFF2-40B4-BE49-F238E27FC236}">
                <a16:creationId xmlns:a16="http://schemas.microsoft.com/office/drawing/2014/main" id="{CEA555ED-ABF4-41AD-B96B-9AC17AAAFFA2}"/>
              </a:ext>
            </a:extLst>
          </p:cNvPr>
          <p:cNvSpPr>
            <a:spLocks noGrp="1"/>
          </p:cNvSpPr>
          <p:nvPr>
            <p:ph idx="1"/>
          </p:nvPr>
        </p:nvSpPr>
        <p:spPr/>
        <p:txBody>
          <a:bodyPr/>
          <a:lstStyle/>
          <a:p>
            <a:pPr marL="0" indent="0">
              <a:buNone/>
            </a:pPr>
            <a:r>
              <a:rPr lang="en-US" dirty="0"/>
              <a:t>As you write, you can follow these tips:</a:t>
            </a:r>
          </a:p>
          <a:p>
            <a:endParaRPr lang="en-US" dirty="0"/>
          </a:p>
          <a:p>
            <a:r>
              <a:rPr lang="en-US" dirty="0"/>
              <a:t>Summarize and synthesize: give an overview of the main points of each source and combine them into a coherent whole</a:t>
            </a:r>
          </a:p>
          <a:p>
            <a:r>
              <a:rPr lang="en-US" dirty="0"/>
              <a:t>Analyze and interpret: don’t just paraphrase other researchers—add your own interpretations where possible, discussing the significance of findings in relation to your central question and the literature as a whole</a:t>
            </a:r>
          </a:p>
          <a:p>
            <a:r>
              <a:rPr lang="en-US" dirty="0"/>
              <a:t>Critically evaluate: mention the strengths and weaknesses of your sources</a:t>
            </a:r>
          </a:p>
          <a:p>
            <a:r>
              <a:rPr lang="en-US" dirty="0"/>
              <a:t>Write in well-structured paragraphs: use transition words and topic sentences to draw connections, comparisons and contrasts</a:t>
            </a:r>
            <a:endParaRPr lang="en-GB" dirty="0"/>
          </a:p>
        </p:txBody>
      </p:sp>
    </p:spTree>
    <p:extLst>
      <p:ext uri="{BB962C8B-B14F-4D97-AF65-F5344CB8AC3E}">
        <p14:creationId xmlns:p14="http://schemas.microsoft.com/office/powerpoint/2010/main" val="4253140578"/>
      </p:ext>
    </p:extLst>
  </p:cSld>
  <p:clrMapOvr>
    <a:masterClrMapping/>
  </p:clrMapOvr>
</p:sld>
</file>

<file path=ppt/theme/theme1.xml><?xml version="1.0" encoding="utf-8"?>
<a:theme xmlns:a="http://schemas.openxmlformats.org/drawingml/2006/main" name="EUR_Presentatie_c18">
  <a:themeElements>
    <a:clrScheme name="Erasmus_Corporate">
      <a:dk1>
        <a:srgbClr val="002328"/>
      </a:dk1>
      <a:lt1>
        <a:sysClr val="window" lastClr="FFFFFF"/>
      </a:lt1>
      <a:dk2>
        <a:srgbClr val="00B969"/>
      </a:dk2>
      <a:lt2>
        <a:srgbClr val="9C9C9C"/>
      </a:lt2>
      <a:accent1>
        <a:srgbClr val="E3DAD8"/>
      </a:accent1>
      <a:accent2>
        <a:srgbClr val="00B4D2"/>
      </a:accent2>
      <a:accent3>
        <a:srgbClr val="00A22E"/>
      </a:accent3>
      <a:accent4>
        <a:srgbClr val="FFD700"/>
      </a:accent4>
      <a:accent5>
        <a:srgbClr val="FF9E00"/>
      </a:accent5>
      <a:accent6>
        <a:srgbClr val="BC0436"/>
      </a:accent6>
      <a:hlink>
        <a:srgbClr val="000000"/>
      </a:hlink>
      <a:folHlink>
        <a:srgbClr val="000000"/>
      </a:folHlink>
    </a:clrScheme>
    <a:fontScheme name="Erasmus_500-700">
      <a:majorFont>
        <a:latin typeface="Museo Sans 700"/>
        <a:ea typeface=""/>
        <a:cs typeface=""/>
      </a:majorFont>
      <a:minorFont>
        <a:latin typeface="Museo Sans 500"/>
        <a:ea typeface=""/>
        <a:cs typeface=""/>
      </a:minorFont>
    </a:fontScheme>
    <a:fmtScheme name="Kantoor">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28055_Erasmus_ESSB_template_NL_16x9.pptx" id="{3ADC2819-0082-4205-AE01-17D45B78D08B}" vid="{FB905D5A-2361-465A-9AF5-4D716AA81598}"/>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FF9A19BEFAF19E48A98499F0DCDB9845" ma:contentTypeVersion="14" ma:contentTypeDescription="Een nieuw document maken." ma:contentTypeScope="" ma:versionID="dffcc917a2dfb5bf427c53bfabe8ad2f">
  <xsd:schema xmlns:xsd="http://www.w3.org/2001/XMLSchema" xmlns:xs="http://www.w3.org/2001/XMLSchema" xmlns:p="http://schemas.microsoft.com/office/2006/metadata/properties" xmlns:ns2="e6184cdb-27b6-4fa9-b428-d3569f95926d" xmlns:ns3="ee5a7209-f4a2-4b85-bc1d-e34763a728ef" targetNamespace="http://schemas.microsoft.com/office/2006/metadata/properties" ma:root="true" ma:fieldsID="4949b5f5b4be31355d1afa7280bf2e3f" ns2:_="" ns3:_="">
    <xsd:import namespace="e6184cdb-27b6-4fa9-b428-d3569f95926d"/>
    <xsd:import namespace="ee5a7209-f4a2-4b85-bc1d-e34763a728ef"/>
    <xsd:element name="properties">
      <xsd:complexType>
        <xsd:sequence>
          <xsd:element name="documentManagement">
            <xsd:complexType>
              <xsd:all>
                <xsd:element ref="ns2:MediaServiceMetadata" minOccurs="0"/>
                <xsd:element ref="ns2:MediaServiceFastMetadata" minOccurs="0"/>
                <xsd:element ref="ns2:MediaServiceObjectDetectorVersions" minOccurs="0"/>
                <xsd:element ref="ns3:SharedWithUsers" minOccurs="0"/>
                <xsd:element ref="ns3:SharedWithDetails" minOccurs="0"/>
                <xsd:element ref="ns2:MediaServiceDateTaken" minOccurs="0"/>
                <xsd:element ref="ns2:MediaServiceGenerationTime" minOccurs="0"/>
                <xsd:element ref="ns2:MediaServiceEventHashCode" minOccurs="0"/>
                <xsd:element ref="ns2:MediaLengthInSeconds" minOccurs="0"/>
                <xsd:element ref="ns2:lcf76f155ced4ddcb4097134ff3c332f" minOccurs="0"/>
                <xsd:element ref="ns3:TaxCatchAll" minOccurs="0"/>
                <xsd:element ref="ns2:MediaServiceOCR"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e6184cdb-27b6-4fa9-b428-d3569f95926d"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bjectDetectorVersions" ma:index="10" nillable="true" ma:displayName="MediaServiceObjectDetectorVersions" ma:hidden="true" ma:indexed="true" ma:internalName="MediaServiceObjectDetectorVersions" ma:readOnly="true">
      <xsd:simpleType>
        <xsd:restriction base="dms:Text"/>
      </xsd:simpleType>
    </xsd:element>
    <xsd:element name="MediaServiceDateTaken" ma:index="13" nillable="true" ma:displayName="MediaServiceDateTaken" ma:hidden="true" ma:indexed="true" ma:internalName="MediaServiceDateTaken" ma:readOnly="true">
      <xsd:simpleType>
        <xsd:restriction base="dms:Text"/>
      </xsd:simpleType>
    </xsd:element>
    <xsd:element name="MediaServiceGenerationTime" ma:index="14" nillable="true" ma:displayName="MediaServiceGenerationTime" ma:hidden="true" ma:internalName="MediaServiceGenerationTime" ma:readOnly="true">
      <xsd:simpleType>
        <xsd:restriction base="dms:Text"/>
      </xsd:simpleType>
    </xsd:element>
    <xsd:element name="MediaServiceEventHashCode" ma:index="15" nillable="true" ma:displayName="MediaServiceEventHashCode" ma:hidden="true" ma:internalName="MediaServiceEventHashCode" ma:readOnly="true">
      <xsd:simpleType>
        <xsd:restriction base="dms:Text"/>
      </xsd:simpleType>
    </xsd:element>
    <xsd:element name="MediaLengthInSeconds" ma:index="16" nillable="true" ma:displayName="MediaLengthInSeconds" ma:hidden="true" ma:internalName="MediaLengthInSeconds" ma:readOnly="true">
      <xsd:simpleType>
        <xsd:restriction base="dms:Unknown"/>
      </xsd:simpleType>
    </xsd:element>
    <xsd:element name="lcf76f155ced4ddcb4097134ff3c332f" ma:index="18" nillable="true" ma:taxonomy="true" ma:internalName="lcf76f155ced4ddcb4097134ff3c332f" ma:taxonomyFieldName="MediaServiceImageTags" ma:displayName="Afbeeldingtags" ma:readOnly="false" ma:fieldId="{5cf76f15-5ced-4ddc-b409-7134ff3c332f}" ma:taxonomyMulti="true" ma:sspId="d5e0f8d3-5d55-42d7-8108-7e842a0d7440" ma:termSetId="09814cd3-568e-fe90-9814-8d621ff8fb84" ma:anchorId="fba54fb3-c3e1-fe81-a776-ca4b69148c4d" ma:open="true" ma:isKeyword="false">
      <xsd:complexType>
        <xsd:sequence>
          <xsd:element ref="pc:Terms" minOccurs="0" maxOccurs="1"/>
        </xsd:sequence>
      </xsd:complexType>
    </xsd:element>
    <xsd:element name="MediaServiceOCR" ma:index="20" nillable="true" ma:displayName="Extracted Text" ma:internalName="MediaServiceOCR" ma:readOnly="true">
      <xsd:simpleType>
        <xsd:restriction base="dms:Note">
          <xsd:maxLength value="255"/>
        </xsd:restriction>
      </xsd:simpleType>
    </xsd:element>
    <xsd:element name="MediaServiceSearchProperties" ma:index="21"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ee5a7209-f4a2-4b85-bc1d-e34763a728ef" elementFormDefault="qualified">
    <xsd:import namespace="http://schemas.microsoft.com/office/2006/documentManagement/types"/>
    <xsd:import namespace="http://schemas.microsoft.com/office/infopath/2007/PartnerControls"/>
    <xsd:element name="SharedWithUsers" ma:index="11" nillable="true" ma:displayName="Gedeeld met"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2" nillable="true" ma:displayName="Gedeeld met details" ma:internalName="SharedWithDetails" ma:readOnly="true">
      <xsd:simpleType>
        <xsd:restriction base="dms:Note">
          <xsd:maxLength value="255"/>
        </xsd:restriction>
      </xsd:simpleType>
    </xsd:element>
    <xsd:element name="TaxCatchAll" ma:index="19" nillable="true" ma:displayName="Taxonomy Catch All Column" ma:hidden="true" ma:list="{9f77011e-3075-432b-a5a0-f9ab8acea8dd}" ma:internalName="TaxCatchAll" ma:showField="CatchAllData" ma:web="ee5a7209-f4a2-4b85-bc1d-e34763a728ef">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Inhoudstype"/>
        <xsd:element ref="dc:title" minOccurs="0" maxOccurs="1" ma:index="4" ma:displayName="Titel"/>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lcf76f155ced4ddcb4097134ff3c332f xmlns="e6184cdb-27b6-4fa9-b428-d3569f95926d">
      <Terms xmlns="http://schemas.microsoft.com/office/infopath/2007/PartnerControls"/>
    </lcf76f155ced4ddcb4097134ff3c332f>
    <TaxCatchAll xmlns="ee5a7209-f4a2-4b85-bc1d-e34763a728ef" xsi:nil="true"/>
  </documentManagement>
</p:properties>
</file>

<file path=customXml/itemProps1.xml><?xml version="1.0" encoding="utf-8"?>
<ds:datastoreItem xmlns:ds="http://schemas.openxmlformats.org/officeDocument/2006/customXml" ds:itemID="{840B0731-6D80-47B3-B693-33E17C0BD0CD}"/>
</file>

<file path=customXml/itemProps2.xml><?xml version="1.0" encoding="utf-8"?>
<ds:datastoreItem xmlns:ds="http://schemas.openxmlformats.org/officeDocument/2006/customXml" ds:itemID="{F51811AB-118D-46E9-88A4-A64A101CA2A9}"/>
</file>

<file path=customXml/itemProps3.xml><?xml version="1.0" encoding="utf-8"?>
<ds:datastoreItem xmlns:ds="http://schemas.openxmlformats.org/officeDocument/2006/customXml" ds:itemID="{733A87EE-435C-4B8D-91FB-53325C04D52C}"/>
</file>

<file path=docProps/app.xml><?xml version="1.0" encoding="utf-8"?>
<Properties xmlns="http://schemas.openxmlformats.org/officeDocument/2006/extended-properties" xmlns:vt="http://schemas.openxmlformats.org/officeDocument/2006/docPropsVTypes">
  <TotalTime>72</TotalTime>
  <Words>1857</Words>
  <Application>Microsoft Office PowerPoint</Application>
  <PresentationFormat>Widescreen</PresentationFormat>
  <Paragraphs>116</Paragraphs>
  <Slides>15</Slides>
  <Notes>14</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15</vt:i4>
      </vt:variant>
    </vt:vector>
  </HeadingPairs>
  <TitlesOfParts>
    <vt:vector size="23" baseType="lpstr">
      <vt:lpstr>Arial</vt:lpstr>
      <vt:lpstr>Calibri</vt:lpstr>
      <vt:lpstr>Museo Sans 100</vt:lpstr>
      <vt:lpstr>Museo Sans 500</vt:lpstr>
      <vt:lpstr>Museo Sans 700</vt:lpstr>
      <vt:lpstr>Museo Sans 900</vt:lpstr>
      <vt:lpstr>Wingdings</vt:lpstr>
      <vt:lpstr>EUR_Presentatie_c18</vt:lpstr>
      <vt:lpstr>Main body</vt:lpstr>
      <vt:lpstr>Main body</vt:lpstr>
      <vt:lpstr>MAIN BODY Assessment criteria Rubric</vt:lpstr>
      <vt:lpstr>Structure of main body: headings</vt:lpstr>
      <vt:lpstr>Points of attention </vt:lpstr>
      <vt:lpstr>Pitfalls main body </vt:lpstr>
      <vt:lpstr>Be critical!</vt:lpstr>
      <vt:lpstr>Depth of content - Shortcomings </vt:lpstr>
      <vt:lpstr>Depth of content - Inconsistencies </vt:lpstr>
      <vt:lpstr>Explain contradictory findings</vt:lpstr>
      <vt:lpstr>Depth of content - Alternative explanations</vt:lpstr>
      <vt:lpstr>Integration of sources</vt:lpstr>
      <vt:lpstr>Substantiate your conclusions</vt:lpstr>
      <vt:lpstr>Be critical</vt:lpstr>
      <vt:lpstr>Tips Main body</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Main body</dc:title>
  <dc:creator>Estella van der Wal</dc:creator>
  <cp:lastModifiedBy>Estella van der Wal</cp:lastModifiedBy>
  <cp:revision>9</cp:revision>
  <dcterms:created xsi:type="dcterms:W3CDTF">2022-03-22T07:44:08Z</dcterms:created>
  <dcterms:modified xsi:type="dcterms:W3CDTF">2022-05-22T06:25:58Z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0x010100FF9A19BEFAF19E48A98499F0DCDB9845</vt:lpwstr>
  </property>
</Properties>
</file>